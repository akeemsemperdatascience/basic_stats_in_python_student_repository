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13" r:id="rId2"/>
    <p:sldId id="316" r:id="rId3"/>
    <p:sldId id="256" r:id="rId4"/>
    <p:sldId id="296" r:id="rId5"/>
    <p:sldId id="297" r:id="rId6"/>
    <p:sldId id="298" r:id="rId7"/>
    <p:sldId id="306" r:id="rId8"/>
    <p:sldId id="299" r:id="rId9"/>
    <p:sldId id="300" r:id="rId10"/>
    <p:sldId id="314" r:id="rId11"/>
    <p:sldId id="301" r:id="rId12"/>
    <p:sldId id="303" r:id="rId13"/>
    <p:sldId id="304" r:id="rId14"/>
    <p:sldId id="315" r:id="rId15"/>
    <p:sldId id="305" r:id="rId16"/>
    <p:sldId id="307" r:id="rId17"/>
    <p:sldId id="308" r:id="rId18"/>
    <p:sldId id="311" r:id="rId19"/>
    <p:sldId id="312" r:id="rId20"/>
    <p:sldId id="309" r:id="rId21"/>
    <p:sldId id="31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16"/>
    <p:restoredTop sz="94605"/>
  </p:normalViewPr>
  <p:slideViewPr>
    <p:cSldViewPr snapToGrid="0">
      <p:cViewPr varScale="1">
        <p:scale>
          <a:sx n="142" d="100"/>
          <a:sy n="142" d="100"/>
        </p:scale>
        <p:origin x="19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31:19.5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29871 2358 24575,'16'55'0,"1"-1"0,0 0 0,0 0 0,0 0 0,1 3 0,-2-5 0,0-3 0,0 5 0,1 0 0</inkml:trace>
  <inkml:trace contextRef="#ctx0" brushRef="#br0" timeOffset="747">29824 2134 24575,'-21'27'0,"1"-4"0,-9 16 0,-1 2 0,7-10 0,-7 7 0,-3 3 0,3-3 0,4-7 0,10-16 0,-9 16 0,0-1 0</inkml:trace>
  <inkml:trace contextRef="#ctx0" brushRef="#br0" timeOffset="1596">29795 2966 24575,'46'-11'0,"0"1"0,0 0 0,0-1 0,0 1 0,2-2 0,0 0 0,-3 0 0,-1 3 0,6 1 0,-2 1 0,-10 2 0,1-3-1639,7 0 1,10-1-1,-22 4 1,-31 4 0,0-2-1</inkml:trace>
  <inkml:trace contextRef="#ctx0" brushRef="#br0" timeOffset="3514">25529 5109 8191,'57'-2'0,"-1"0"0,0 1 0,1-1 0,-1 0 0,-6-1 0,-5 0 0,1 2 1687,11-3 1,0 2 0,-11 17-1688,-25 20 0,-10 16 0,-5 2 0,1-12-2155,10 9 2155,-5-8 0,2 13 0,0-4 0,-7-19 0,-7-23 2155,3-2-2155,-29 35 0,-9 7 3413,19-22-3413,-2 2 0,-6 6 0,-3-4 0,-23 7 0,2-16 0,8-36 0,24-16 0,9-6 0,7 3 0,13 2 0,25 7 0,20 3 0,2 6 0,-16 10 0,-8 17 0,5 1 0,8 4 0,-9 5-2083,-16 8 1,-8-1 2082,-1-6 376,4 6 0,0 3-376,-1 13-759,0-21 1,1 21-1,-8-34 1</inkml:trace>
  <inkml:trace contextRef="#ctx0" brushRef="#br0" timeOffset="11275">31595 10149 24575,'5'-56'0,"0"0"0,0 0 0,0 0 0,0 0 0,-2 17 0,0-4-757,-2 10 1,0-9 0,0-9 0,-1-6 0,1-5 0,-1-2-1,1-2 1,-1 1 0,0 3 0,0 3 0,0 6 0,-1 8-1,1 9 12,-2-23 0,-1 4 745,1 13 0,0-8 0,-1-6 0,1-4 0,-1-2 0,-1 1 0,0 1 0,0 5-308,-2-2 0,0 0 0,-1 0 0,0 2 1,-1 3-1,2 4 0,1 7 308,0 0 0,1 6 0,-1-6-126,-1-6 1,-1-12-1,-1-7 1,0 0-1,1 7 1,0 12-1,3 20 126,0 16-406,0-19 0,-2-18 1,-1-9-1,1 3 0,1 13 406,0 11 0,1 0 225,-3-22 0,-1-16 0,1 5 0,3 25-225,4 29 2474,0 2-2474,-8-31 0,-6-17 0,3 11 0,-1-6 0,-1-1 0,2 4 0,-1 2 0,2 3 0,-1-3 0,-1-1 0,-1-6 0,1 6 0,7 19 0,5 21 844,-2-31 1,-10-2-845,-16 32 0,-1 1 0,17-29 0,-6 2 0,-16 31 0,-16 13 0,-10 9 0,-1 6 0,3 1 0,13-2 1512,2 10 0,10 2 1,-8-2-1513,-11-5 0,-15 3 0,0-4 0,15-9 0,28-16 0,40-26 0,13-8 0,5-12 0,-7 13 0,10-11 0,6-4 0,0 0 0,-5 6 0,-9 11 0,12-3 0,-2 14 0,16-1 0,4 1 0,-4 3 0,-16 6 0,0 10 0,-1 5 0,9 2 0,-4-6 0,0-17 0,-3 10 0,-15 28 0,-1 19 0,-1 9 0,1-4 0,2-15-2269,27-15 1,-1 0 2268,-28 13 0,-3 10 0,-2 6 0,-1 0 0,-1-4-1012,8 12 1,-2-3 0,-5-10 1011,2-3 1011,1 9 1,5 11-1,-4-17-1011,-4-26 0,-12-10 0,8 9 0</inkml:trace>
  <inkml:trace contextRef="#ctx0" brushRef="#br0" timeOffset="15989">27405 10124 8191,'16'-53'0,"-1"1"0,1-1 0,0 1 0,-1-1 0,1 1 0,-1-1 0,1 1 0,0-1 0,-1 1 0,5 2 0,-1 9 0,0 1 0,-2-9 0,-5 5 0,1-9 0,0-6 0,-1-2 0,0 0 0,-2 3 0,-1 7 0,-3 11 0,-2 12 0,-4 0 0,-2-6 0,-1-17 0,0-11 0,-2-6 0,0 0 0,1 6 0,-1 12 0,-1 0 0,-1 8 0,1-8 0,1 0 0,1-12 0,0-6 0,0 0 0,-1 5 0,0 11 0,-1 16 0,-10-1 0,2 0 0,-4-14 0,-1-6 0,1 2 0,4 12 0,1 7 0,0 0 405,0-4 1,-2-10 0,-1-3 0,-3 2 0,-1 9-406,-9 1 0,-3 7 0,6 7 1653,-1 1-1653,2-4 0,-7-7 0,2 6 1566,0 9 0,4 7-1566,7 3 0,-9-22 0,-5-15 0,9 9 0,14 10 1801,4-15 0,0-10 1,-7 24-1802,-18 50 0,-10 26 0,14-15 0,-6 7 0,-2 4 0,-2 4 0,0-1 0,2-2 0,5-5 0,-4 5 0,4-4 0,1 0 0,-4 1 0,-4 7 0,-8 7 0,2-3 0,9-12 0,19-25 0,30-43-1156,2-5 0,3-8 0,-8 13 1156,-11 20 0,2-2-946,12-27 1,9-16-1,-3 9 946,0 6-1105,-1-7 0,4-10 0,-6 20 1105,-10 31-555,20-11 1,17-9 0,3-2-1,-11 6 555,5-6 554,-7 8 1,9-5-1,0 0 1,-7 5-555,-4 2 0,-7 5 0,-6 6-190,19-6 1,14-4-1,-12 6 190,-17 7 0,12-7 0,6 8 0,1 28 0,2 14 0,-8-6 0,-1-9 0,6 9 0,8 8 0,-18-16 0,-25-21-406,13 18 0,15 20 1,6 9-1,-1-2 0,-10-11 406,-7-9 0,0 0 0,8 7 0,9 12 0,1 2 0,-5-7 0,-15-15 0,-14-13 0,15 17 0,14 15 0,3 3 0,-9-11 0,-12-15 0,0 0 225,9 14 1,10 12-1,1 4 1,-4-7-1,-12-18 1,-10-14-1,6 14 1,0 0-1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19:11.7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9871 7302 24575,'46'6'0,"0"-1"0,0 1 0,-12 0 0,-1-1 0,11-3 0,1-1 0,-4 2 0,-6 0 0,-9-2-3277,14 3 0,11 1 0,-14 0 2904,-21 0 1,39 4-1,-55-7 1</inkml:trace>
  <inkml:trace contextRef="#ctx0" brushRef="#br0" timeOffset="2119">14960 7281 24575,'46'-7'0,"-3"8"0,16 4 0,6 2 0,-4 0 0,-14-1-4916,-11-3 1,-1 2 4617,8 0 0,10 3 0,4 1 0,-5-3 0,-11-3 1707,-8-5 0,-7-1-1409,-2-2 343,16 1 1,-3-1 0,-24 2 0,6 0 0</inkml:trace>
  <inkml:trace contextRef="#ctx0" brushRef="#br0" timeOffset="8759">6478 7592 24575,'-55'7'0,"0"0"0,0 0 0,-1 0 0,10-1 0,0 1 0,2-2 0,5-1 0,-10-3 0,10-2 0,11 1-2835,-10 9 1,-11 7 0,13-2 2834,18-2-403,-9 1 1,-18 6-1,-10 4 1,-4 1-1,0-1 1,7-3-1,12-5 403,1-1 0,1 0-298,-5 1 1,-14 5 0,-4 1-1,3 0 1,12-6 0,21-7 297,19-7 0,-25 21 0,14 13 0,7 9 0,6-5 0,4 3 0,-1-2 0,-5 10 0,6-2 0,15 0 0,3-13 3653,-11-29-3653,24 6 0,18 4 0,-7-2 0,-4-1-374,-2-6 0,15 1 0,5-1 1,-6-1-1,-13-4 374,-1-5 0,4-1 0,7-2 0,-15 2 0,-25 4 0,24-6 0,3 1 2292,-15 2-2292,12 0 0,-3-2 0,-22 2-1265,24 2 1,17 2 0,-8-1 1264,-5-3 0,0 2 0,7 2 0,1-1 0,18-2 0,-7 1 0,-17 0 0,-2 1 0,8-1 0,5-1 0,2 1 0,8-2 0,3 0 0,-5 1 0,-10 0-767,-6 1 1,0-1 766,9 0 0,13 0 0,2-1 0,-8 0 0,-21 2 3034,-20 1-3034,30 0 0,17 0 0,-8 0 0,-2 0 0,3 1 0,9 0 0,-22 0 0,-31 0 0,0 1 0,20 1 0,22 0 0,10 0 0,-3 0 0,-14-1 0,-12 0 0,0 0 0,12 0 0,14 2 0,2-1 0,-9 0 0,-21-2 0,-21-1-759,24 0 1,20-2-1,4 0 1,-12 1 758,8-1 758,-15 1 1,8-1-1,4 0 1,0 2-759,-3 1 0,4 2 0,0 1 0,-5-1 0,-8 0-1410,-5-2 0,1 1 1410,10 1 0,12 0 0,4 0 0,-9 0 0,-17-1 3139,-15-2-3139,27-2 0,17-2 0,-10 1 0,-3 4 0,1-4 0,9-1 0,-21 3 0,-31 4-1047,27 2 1,18 0 0,-8-1 1046,-5-1 940,0 1 0,10 2 0,5-2-940,-9-1 0,6 0 0,1-1 0,-4 0 0,-9-1-1517,-3 1 0,0-1 1517,7 1 0,13 1 0,1 0 0,-9-1 0,-22-1 0,-22-1 0,37-6 0,6-2 0,-22 5 968,22-5 0,-6 2-968,-34 6-890,26-4 0,17-2 0,-8 2 890,-4 0 447,4 0 0,7-1 1,-16 3-448,-26 3 0,-2 1 0,2-2 0,25 4 0,22 3 0,4 1 0,-13-2 0,9 0 0,-13 1 0,11 2 0,3-2 0,-5-5-539,3-8 0,-2-6 0,-10 2 539,7 3 844,-5-1 1,10-2 0,-3 0-845,-10 4 0,-2 0 0,-6 2-388,4-1 388,17-3 0,4 0 0,-19 4 0,-8 2 0,-9 1 0,10-1 0,6-2 0,19-5 0,-7-1 0,-22 2 0,21-1 0,7-2 0,-9-8 0,-7 1 1897,-13 10-1897,17-9 0,12-5 0,-15 5 0,-26 9 0,15 0 0,-4-7 0,-25-32 0,-12-1 0,8 22 0,-2-26 0,-1 8 4537,2 38-4537,-15-21 0,-12-12 0,6 6-3504,3 4 3504,-4-3 0,-5-7 0,9 14 0,14 20 0,1 4-329,-27-6 1,-4 0 328,14 4 0,-21-5 0,-15-3 0,14 2 0,19 5 0,-14-4 0,-8-1-690,6 4 0,-4 2 1,7 0 689,-8 0-152,2 1 1,-16-1 0,-7 1-1,6-1 1,16 2 151,-10 1 0,-1-1 0,-11 1 0,24 1 462,36 2-462,-28-4 0,-23-3 0,-5-1 0,15 1 3552,-3 4-3552,9-1 0,-18 0 0,-9-1 0,1 1 0,9 0 0,18 1-1564,0 2 1564,-9 1 0,-11 0 0,23-1 0,33-2 4537,0 0-4537,-33-2 0,-21-1 0,10 0-3850,5 1 3850,3-1 0,-11 0 0,-4 0-653,8 2 1,-7 1 0,-1-1 0,5 1 0,9 0 652,5-1 0,-1 1 652,-3-1 0,-10 0 1,-5 0-1,1 0 0,5 2-652,1 2 0,1 1 0,5 0 0,7-1-3261,-14 0 3261,10 1 0,-12 1 0,4 0 0,18-2 0,22-2 2574,2 1-2574,-23 1 0,-20-2 0,-4 0 0,12 0 696,-6 0-696,12 1 0,-9 0 0,-2 0 0,1-2-1089,-14-4 1,0-2 0,12 2 1088,1 0 0,10 1 0,-8-1 0,-4 0 0,3 1 0,-10 4 0,1 2 0,10-1 0,-7-1 0,4 2 0,-11 0 0,4-3 0,16-5 0,3-1 0,-4 0-117,-10 4 1,-6 1 0,-1 1 0,2-3 116,0-2 0,2-3 0,-9 2 0,15 3 0,-9 0 0,-5 1 0,-2 0 0,1 1 0,5-1 0,7 0 0,10 1 0,-2-3 0,2 1 0,-9 0 0,-13 0 0,-2-1 0,11 2 0,22 0 3034,24 2-3034,-27 3 0,22-2 0,-20 2 0,26-3 4537,-17 5-4537,10-1 0,-21 3 0,-1 1 0,15-4 0,-19 3 0,2 0 0,24-3 0,-15 3 0,25-5 0</inkml:trace>
  <inkml:trace contextRef="#ctx0" brushRef="#br0" timeOffset="21781">5894 9807 24575,'-57'-4'0,"0"1"0,0-1 0,6 1 0,1 0 0,11 1 0,10 2 0,-12 1 0,-12 0 0,7 0 0,-11 2 0,13 10 0,-4 5 0,20 2 0,30 2-1701,3 13 0,4 17 1,1 7-1,0-3 1,-3-13 1700,-3-11 0,0-1 0,4 18 0,3 13 0,-2-4 0,-4-21 1719,-5-24-1719,0 41 0,0 6-3836,0-25 3836,1 23 0,-2-8 0,-1-44 0,-6 25 0,4 2 4884,6-18-4884,25 12 0,23-2-543,-12-19 0,11-4 1,9-4-1,6-2 0,2-2 1,1-1-1,-3 0 1,-5 1-1,-9 2 543,7 0 0,-8 1 0,0-1 0,8 1-78,-8 0 0,10 0 0,6 0 0,3 0 0,-2 0 1,-5 1-1,-7 0 0,-13 1 0,-14 0 78,-10 2 0,-6 2 0,43 2 0,-39-3 0,27 3 0</inkml:trace>
  <inkml:trace contextRef="#ctx0" brushRef="#br0" timeOffset="105457">4534 11278 24575,'-49'2'0,"-1"0"0,1 0 0,0 1 0,-3-1 0,3 0 0,10 1-4789,-1 3 4789,31-4-1416,-29 3 0,-26-1 1,-5 1-1,16-2 1416,21-1 0,0 0 0,-23 2 0,-15 1 0,4 0 0,28-2 1960,30-3-1960,-23 2 0,14 41 0,6-10 0,-4 12 0,-3 9 0,0 4 0,1 0 0,1-6 0,3-8-943,1 1 0,3-6 0,-2 7 943,0-2 0,-2 10 0,-2 5 0,0 0 0,2-6 0,1-9 0,5-16 0,0-10 0,4-1 0,-4 7 0,4 15 0,0 20 0,0 8 0,2-3 0,-1-14-1517,0-9 0,0 0 1517,-1 9 0,0 15 0,-1 2 0,3-10 0,1-22 781,3-24-781,-3 0 0,0 33 0,0 23 0,0-11 0,0-6-763,0 5 1,0 10-1,0-21 763,0-31 0,2 20 0,2 21 0,1 10 0,-1-3 0,0-14 0,-2-12 0,1 1-105,0 9 1,1 14 0,1 3 0,-1-8-1,-1-18 105,0-15 0,-2 10 0,0 18 0,0 9 0,0 3 0,0-5 0,0-12 0,1 4 0,0 0 23,-1-3 0,0 11 0,0 6 0,0-4 1,0-10-1,-1-18-23,0-15 1048,5 21 1,1 5-1049,0 9 0,0-13 0,0 4 0,-6 2 0,-1 4 0,-1-9 0,0-5 0,-2 25 0,0-7 3137,3-41-3137,-6 40 0,-2 6 4227,2-29-4227,1 12 0,-3 16 0,1-1 0,0-14 0,-2-10-908,7 7 1,2 15 0,2 6-1,0-3 1,0-15 907,3 9 0,1 6 0,0 9 0,3-25 1942,-3-35-1942,-4 5-669,27 35 0,7 6 669,-14-21 0,2 4 0,4 7 0,-7-13 0,-12-20 0,14 10 0,-16-9 0,13 0 0,17 3 0,13 1 0,11 2 0,6 1 0,4 0 0,2 0 0,-3-1 0,-6 0 0,-7-3 0,-13-1 0,13 3 0,-12-4 0,12 4-156,-14-4 1,9 2 0,8 2 0,3 1 0,4 1-1,0-1 1,-2 0 0,-5-2 0,-5-1 0,-9-3 0,-11-3 155,3-1 0,-3-3 78,13-1 1,13-1 0,5 0 0,-2 1 0,-10 0-1,-8 1 1,-6 0 0,5 0 0,8-2 0,0 1 0,0-1-1,0 1 1,1-1 0</inkml:trace>
  <inkml:trace contextRef="#ctx0" brushRef="#br0" timeOffset="111359">9727 15575 24575,'49'-8'0,"0"0"0,0 0 0,0 0 0,-3 0 0,-2 1 0,4 0 0,10 1 0,-16 2 0,8 0 0,5-1 0,3 1 0,4 0 0,1 0 0,0 1 0,-1-1 0,-3 1 0,-3-1 0,-6 1 0,-6 1 0,14-3 0,-11 1 0,0 1 0,15 0 0,-22 2 0,8 0 0,6 0 0,5 0 0,4 0 0,4 0 0,1 1 0,2-1 0,-1 1 0,-1 0 0,-1 0 0,-4 0 0,-5 1 0,-4 0 0,-7 0 0,-7 0 0,-9 1-4916,18 3 1,-5 2 4702,-4-3 0,7 1 0,6 0 0,3 1 1,1 0-1,-2 1 0,-4-1-218,8 4 0,1 1 0,-2 0 0,-6-1 0,-9-2 431,-3-2 0,-1-1-176,10 4 0,16 3 0,3 0 1,-12-3-1,-23-4 176,-24-5-677,32-2 1,20-1 0,-10 0 676,-5-2 425,3 2 1,11 0 0,-17 0-426,-26 0 0,25 4 0,16 3 0,-8-1 0,5-1 0,-4 1 0,7 1 0,-19-2 0,-30-2 0,29 4 0,19 4 0,-8-1 0,-3-2 250,-3 2 1,9 1 0,4-4-251,-11-7 0,5-3 0,1-2 0,-4 0 0,-9 2 0,-5 2 0,0 0 0,19-3 0,14-3 0,-3 0 0,-23 4 0,-23 2 0,24 0 0,17 0 0,-8 0 0,6 0 608,-6 0 0,7 1 0,-13 1-608,-19 2 0,15-2 0,16-2 0,3-1 0,-11 2 0,-11 1 0,0 1 0,13-3 0,13 0 0,-5-1 0,-22 1 0,-25 0 0,15-5 0,-20 5 0,8-1 0</inkml:trace>
  <inkml:trace contextRef="#ctx0" brushRef="#br0" timeOffset="114759">19446 15303 24575,'38'-9'0,"0"0"0,-1 0 0,10-2 0,4 1-2458,-4 3 0,9 0 1,-2 1-1,-11 1 1713,-13 2 0,0 1 745,15-3 0,11-2 0,2 1 0,-6 1-719,-7 2 1,-4 1 0,-5 2 718,9 1 0,-3-3 0,7-1 0,-15 3 0,-24 3 0,29 1 0,19 0 0,-10-1 0,-3 0 718,-4-1 1,10 2-1,-1 1-718,-1 0 0,1 1 0,-10-1-2245,1-1 2245,1 2 0,8 1 0,0 0 596,-5-4 0,-1 0 1,-7 0-597,7 1 0,-3-2 0,12 0 0,-2-1 0,-15 0 0,-14-2 0,29 7 0,-2 2 0,-33-4 0,27 5 0,3-1 0,-15-6 1413,12 0 0,-2 0-1413,-13 1 2167,3 0-2167,-26-3 6784,-2 0-6784,32-8 0,-22 3 0,23-4 0,-35 6 0,4 3 0</inkml:trace>
  <inkml:trace contextRef="#ctx0" brushRef="#br0" timeOffset="117058">23728 15336 24575,'30'-4'0,"0"1"0,16-3-1639,-7 6 1,14 0-1,8 2 1,1-1 0,-3 1-1,-11-1 1142,-5-1 1,-7 1-1,7-1 905,1 1 0,5 1 1,5 0-1,3 0 0,4-2 1,3-1-409,-17-1 0,6-1 0,3-2 0,3 1 0,2-2 0,2 1 0,-1-1 0,-2 0 0,-1 0 0,-3 1 0,-5-1 0,-5 2 0,-6 0-666,10 0 1,-12 1 0,1 0-1,10-2 666,-7 1 0,8-1 0,6 0 0,5-1 0,2 0 0,2 0 0,0 0 0,-1 0 0,-4 0 0,-4 0 0,-6 2 0,-7 0-741,11-1 0,-6 2 0,-7-1 0,-7 1 741,15-3 741,-13 2 0,10 0 0,3 1 0,-3 0-741,10 2 0,-1 1 0,-11 1-2822,-3 2 2822,10-4 0,11 0 0,-21 3 0,-32 4 2385,-1-6-2385,3 6 0,19 1 0,19 3 0,8 1 0,-1 0 0,-14-3 0,-9 0 0,0-1-564,10 2 0,13 2 0,2 0 1,-8-1-1,-20-4 564,-21-3 0,24-8 0,20-7 0,3-1 0,-11 4 0,11 2 108,-15-1 1,10-4-1,5 0 1,-1 5-109,-6 6 0,4 3 0,0 3 0,-4-1 0,-7 0 0,3-1 0,0 0 0,-5-1 0,8 0 0,3 0 0,0 1 0,-3 3 0,7 3 0,0 4 0,-4-1 0,-10-2 0,12 0 112,-6 0 0,13 3 1,-4-1-1,-23-6-112,-26-6-726,36 7 0,23 4 0,-11-1 726,-10 0 337,8-1 0,13 1 0,-22-1-337,-32-4 1339,38 4 1,7-3-1340,-7-8 0,5 9 0,-7-3 0,-31-12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3:44.5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20440 14542 24575,'-40'14'0,"8"15"0,2 12 0,10 1 0,4 8 0,6 1 0,5 1 0,6 0 0,3-1-1687,-2-5 1,3-2 0,6-6 1686,16 2 0,-1-16 1134,-20-23-1134,25 11 0,5 3-1078,-15-9 1078,10 7 0,5-1 0,-3-8 0,-5-2 0,-8 2 0,34 2 0,-2 0 0,-35-2-2564,18-19 1,-3-7 2563,-24 9 0,14-32 1227,-26 6 0,-8-4-1227,-7-7 0,0-1 0,7 0 0,-5 2 0,-18 4 0,0 16 0,21 28 0,-34 12 0,38-10-912,-10 5 1,16-6 0,-2 0 0</inkml:trace>
  <inkml:trace contextRef="#ctx0" brushRef="#br0" timeOffset="2441">28077 14638 24575,'-50'1'0,"0"0"0,1 0 0,3 1 0,1-1 0,12-1 0,15 0 0,-16 4 0,-16 4 0,-2 5 0,9 6 0,10 16 0,8 9 0,-2 1-2126,-3-6 0,-4 1 0,3 1 1,10 0 2125,8 4 0,10 1 0,9 1-564,10-6 1,11 4-1,3 0 1,-1-6-1,-9-10 564,1 5-1012,0 3 1,4 8 0,-7-16 1011,-12-24 0,23 15 0,19 8 0,2-9 0,0-18 0,1-10 0,1 8 0,1 20 0,-1 7 0,-1-11 0,-4-21 0,-2-8 0,-15 3 0,-21 7 0,18-13 0,12-10 0,-7 4 0,-3 1 436,4 0 0,6-3 0,-14 7-436,-22 12-1231,36-25 0,8-5 1231,-21 13 0,19-9 0,-3-9 0,-32-6 0,-9 3 0,4 14 1231,3-15 0,-11-3-1231,-36 8 0,-6 9-1308,18 6 1308,-20-14 0,4 7 0,34 29 2542,2-3-2542,-2 5 0,-31-28 0,-4-9 0,17 19 0,-14-13 0,-5-6 0,6 1 0,7 5 0,10 11 0,-16-16 0,7 10 0,29 27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4:04.1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24100 1887 24575,'47'1'0,"1"0"0,-1 1 0,7-2 0,-1 2 0,-7 3 0,3 1 0,-7-1 0,-8-3 0,-9 2 0,-10 7 0,-15 23 0,-9 22 0,-4 4 0,3-12-3392,3-17 0,0 1 3392,-1 8 0,-3 10 0,2 4 0,3 2-757,5-6 1,2 7 0,3 2 0,0-2 0,0-5 0,-1-10 756,1-1 0,-1 1 0,0-1 0,0 8 0,-1 7 0,1 2 0,1 0 0,0-3 0,0-1 0,1 2 0,1 0 0,-1-3 0,0-4 0,-2-9-1517,1 4 0,-1-1 1517,1 3 0,0 13 0,1 5 0,1-2 0,-2-10 0,-1-18 3034,0-12-3034,2 10 0,2 19 0,3 12 0,1 6 0,0-1 0,-2-7 0,-1-14 0,1 9 0,-1-1 0,0-7 0,1 13 0,1 8 0,1 0 0,-2-8 0,-1-14 0,-2-22 0,-4-18 0,2 39 0,-2 8 2857,0-25-2857,1 18 0,-1 6-1990,-10 4 0,-1-8 1990,5-18 0,-5 21 0,2 10 0,9-14 0,4 2 0,-1-8 0,-5 9 0,5-4 0,1 8 0,-3-18-1539,-3-28 1539,0-3 303,2 29 0,0 22 0,0 1-303,-4-5 0,-1 0 0,1 2 135,2-10 0,2 1 0,-1-1 1,-1-2-136,-1 3 0,0-3 0,-5-4 1594,-10-2 0,1-7-1594,7-3 1318,-10 14 0,-3-3-1318,5-21 0,-20-4 0,-4-2 0,4-1 0,-14 0 0,1-8 0,21-27 5419,-11 22-5419,26-34 0,7-23 0,4-5 0,-1 15-2907,-1-2 2907,1 11 0,0-9 0,0-6 0,0-2-899,1 6 0,1-7 0,-1-2 0,0 2 0,1 4 0,-1 10 899,-1-6 0,1-4-361,2 16 0,0-11 1,1-8-1,0-6 0,1-1 1,0 0-1,0 3 0,0 7 1,1 8-1,-1 13 361,2 0 0,1 3 0,1-16 0,0-9 0,1-5 0,-1 2 0,0 0 0,-1-3 0,-1 4 0,-1 12-579,-1 14 1,0 0 578,2-22 0,1-16 0,-1 6 0,-2 27 280,-2 30-280,0 1 282,1-33 1,0-23 0,0 9-283,0 1 0,-1 12 0,1-15 0,-1-8 0,1-2 0,0 2 0,1 8 0,1 5 0,0 3 0,0 2 0,0-2 0,-2-9 0,0-2 0,0 2 0,1 3 0,2 6 0,1 2 0,-3 3-106,-3 0 1,-3 1 0,1 8 105,1 0 740,-1-2 1,0-8 0,0 5-741,1-10-281,1 31 281,-2-31 0,-1-2 0,0 2 0,2 18 0,-2-16 0,-1-9 918,-3-2 0,0 7-918,3 15 0,-3-18 0,0 0 0,5 13 339,2 25-339,-2-28 0,-2-5 0,3 28-632,-2-15 1,-1-12 0,0 11 631,3 12 0,-4-29 0,1 5 0,4 38 0,-1-18 0</inkml:trace>
  <inkml:trace contextRef="#ctx0" brushRef="#br0" timeOffset="6141">30077 4466 24575,'-13'0'0,"-30"7"0,-20 6 0,12-3 0,8-2 0,8 1 0,-16 5 0,-10 3 0,-2 1 0,2-1 0,8-1 0,14-5 0,9-3 0,1 2 0,-9 6 0,-13 8 0,-7 5 0,-2 1 0,3-1 0,9-3 0,15-8-6784,-5 7 6784,-7 9 0,-7 8 0,18-14 0,29-22-1135,-11 27 1,-7 25 0,-2 6 0,4-14 1134,7-15 0,-1 0-759,-6 14 1,-4 13-1,1-5 1,9-17 758,9-20-406,3 13 0,1 17 1,1 8-1,0-4 0,0-11 406,0-10 0,0 1 405,-1 4 1,1 8 0,-1 4 0,0 3 0,0-3-406,0 4 0,-1 4 0,1-1 0,0-6 0,0-8 0,0-5 0,1 0 0,-1 6 0,-1 9 0,0 6 0,2 1 0,2-4 0,3-1 0,3 2 0,2-2 0,-1-5 0,-1-8 0,-2-4 0,1 0 606,-1 6 1,0 12 0,1 3 0,3-3 0,3-12-607,21 7 0,-2-13-1703,-9-4 1703,15 13 0,-5-8 0,-28-32 0,5-4 0,19 9 0,17 8 0,4 1 0,-11-5 0,11 3 0,-15-4 0,9 3 0,3 1 0,0-1 0,6-1 0,3 0 0,-3-2 0,-10-3 0,-13-2 0,1 0-535,17 4 0,13 3 0,-4 0 0,-22-6 535,-25-5-190,22 9 0,22 11 0,10 5 1,-1-2-1,-15-7 190,-10-5 0,0-1 0,9 7 0,14 8 0,3 1 0,-10-6 0,-19-12 0,-19-14 0,15 6 0,19 3 0,8 3 0,-2-1 0,-13-3 0,-8-3 0,0 1-26,9 2 1,12 3-1,2 0 1,-8-1 0,-19-5 25,-17-4 1549,-3 1-1549,2-2 0,23-3 0,19-5 0,5 0 0,-13 2 0,-17 3 0,0 0 0,19-3 0,12-2 0,-3 1 0,-21 3 0,-23 4-49,24-14 0,20-11 0,4-2 0,-14 6 49,-20 10 0,0 0-318,19-9 0,13-7 0,-3 2 0,-21 8 318,-23 11 0,26-14 0,17-7 0,-8 3 0,-2-2 713,-3 8 0,9-4 1,-6-5-714,-9-11 0,-5-4 0,-6 7 1343,0 4-1343,6-7 0,7-8 0,-16 15 3259,-21 25-3259,15-33 0,11-21 0,-4 10 2164,-7 8-2164,6-9 0,6-11 0,-12 21 0,-16 30 0,10-26 0,6-16 0,-3 8-562,-4 5 562,3-5 0,2-8 0,-4 19 0,-7 27 0,0-30 0,0-21 0,0 10 0,1 5-346,-4 6 1,-2-14 0,-1-7 0,-1-1 0,0 7 0,1 14 345,-7-12 0,1-5 0,-2-12 0,3 23-1122,4 34 1122,-1-5-428,-19-22 1,-12-14-1,6 9 428,2 5 0,1-3 0,-7-10 0,-1 9-1357,-13 7 1,5 10 1356,13 5 1356,-11-8 1,-11-5-1357,13 9 0,-6-1 0,1 0 0,9 5-915,-13-6 915,8 3 0,-10-8 0,3 4 0,18 12 3603,22 13-3603,-24-9 0,-24-10 0,-11-4 0,2 1 0,16 5 0,13 5 0,0 0 0,-13-3 0,-14-6 0,-2 0 0,9 2 0,22 8 0,21 6 0,1 5 0,-30-7 0,-19-6 0,9 3-1718,7 3 1718,-5-2 0,-10-3 0,21 6 0,32 7 0,0-3 0,-24-5 0,-15-3 0,7 1 973,6 0-973,-6 1 0,-7-2 0,15 3 0,24 6 0,-26-16 0,-21-12 0,-5-3 0,13 7 2509,20 10 0,-1 0-2509,-16-7 0,-15-7 0,-4-1 0,7 5 0,18 9 0,15 10 0,-19-3 0,-12-1 0,12 4 0,17 4-485,-20-13 0,-13-9 1,12 5 484,20 7 0,-18-16 0,5 5 0,31 21 0,-12-6 0,12 4 0,-8-4 0</inkml:trace>
  <inkml:trace contextRef="#ctx0" brushRef="#br0" timeOffset="247314">22233 8778 24575,'55'17'0,"0"0"0,0-1 0,0 1 0,1-1 0,-2-6 0,1 1 0,-12 2 0,9 7 0,6 2 0,1 1 0,-4 0 0,-8-5 0,-13-5 0,13 2-1967,-9 1 1,13 7 0,3 2 0,-4-2 0,-15-7 476,-3 0 1490,11 12 0,6 2-1078,1-9 1,-5-5 1077,-14-1 1077,20 9 1,-7-12-1078,-38-54 0,-6 26 0,2-30 0,-24 6 0,-13-5 0,6 9 2281,8 1-2281,-9-4 0,-7-9 0,15 17 5667,20 25-5667,-23-14-2834,54 51 1,1 5 2833,-34-31-1263,21 27 0,17 17 0,-11-11 1263,-20-21 1508,8 33-1508,-1-9 0,-1-3 0,-4-11 0,18 14 0,-10 4 0,-40-9 0,-20-6 0,7-17 0,-7-4 0,-3-2 0,5 4 0,3 9 0,3 3 0,-5-5 648,-11-9 0,-9-6 0,6-3 0,22-2 0,25-1 1,-23 0-1</inkml:trace>
  <inkml:trace contextRef="#ctx0" brushRef="#br0" timeOffset="256782">23546 13343 8191,'-6'-52'0,"-1"0"0,1 0 0,0 0 0,3 4 0,2-2 0,0-1 0,-1 0 0,0 0 0,-3-3 0,-1 0 0,0 0 0,1 0 0,1 3 0,1-1 0,2 2 0,1 0 0,1 0 0,2-7 0,2-2 0,0 3 0,-1 12 0,0-11 507,-1 13 0,2-11 1,0-4-1,-2 5-507,0-7 0,-1 3 0,-1 10 1731,0-1-1731,0-4 0,1-11 0,1 12 0,5 7 0,-6 25 0,9-25 0,-3-9 0,-1 3 0,-1 19 1488,3-23 1,-2 7-1489,-6 38-3588,10-44 3588,-9 31 543,14-16 1,1 3-544,-11 24 4126,28-21-4126,-3 45 0,0 5 0,-5-21 525,9 16 1,-3 13-526,-22 20 0,-12 13 0,-2 2 0,3-12 0,-3 1 0,1 1 0,0 0 0,2 1 0,1 1 0,-1-1 0,-1-2 62,-3 6 0,-1-2 1,0 0-63,2 4 0,0 0 0,1-10-2665,0 0 2665,-1-1 0,-2 12 0,2 0-1218,3 0 0,2-1 0,-1-11 1218,-3 1 227,2 8 0,2 10 0,-1-24-227,0-37 0,0 3 0,-1 34 0,-1 6 1946,1-18-1946,0 18 0,0 15 0,0-17 4283,1-23-4283,0 13 0,0 4 5271,0 7-5271,12-15 0,-10 18-3240,11-21 1,-1-4 3239,-8-11 0,9 27 0,-13-36 0,6 31 0,-5-26 0,5 22 0</inkml:trace>
  <inkml:trace contextRef="#ctx0" brushRef="#br0" timeOffset="258818">25451 13332 24575,'-47'-15'0,"-1"0"0,-1-3 0,4 40 0,8 11 0,24-12-3277,14 18 0,7 12 0,2-13 1787,1-16 1490,16 13 0,-3-7 2818,-21-25-2818,27-13 0,4-5-765,-19 9 765,17-8 0,-4 0 0,-25 7 0,-7-24 0,-8-17 0,-5 15 0,-27 25 0,21-47 0,2 9 0,-18 71-3714,39-13 3714,0-4-1373,22 36 1373,-16-35 0,13 23 0,-20-38 0,-4-3 1517,-11-22 0,6 7-1517,14 31 1134,-20-46 0,31 66 0,-9-22 1</inkml:trace>
  <inkml:trace contextRef="#ctx0" brushRef="#br0" timeOffset="261090">24108 13246 24575,'0'-26'0,"0"5"-1229,-4-7 0,-3-16 0,-3-11 0,-1-6 1,-1-2-1,0 2 0,2 8 0,1 11 484,-1-12 0,-1 0 1097,4 15 0,-2-5 0,-1-6 1,0-3-1,-1-2 0,1-2 1,0 1-1,2 2-352,0 2 0,1-4 0,0-1 0,1 0 0,0 0 0,0 2 0,0 5 0,2 4 0,0 6-940,-1-5 1,1 9 0,0-9 939,-1 2 0,-1-9 0,-1-8 0,0-3 0,-1-1 0,2 4 0,0 6 0,1 10 0,3 14 0,2-5 0,0 4 0,0-14 0,0-10 0,0-6 0,0-1 0,0 2 0,0 6 0,0 10 0,0-4 0,0 8 0,0-8 0,0 3 0,0-10 0,0-8 0,0-1 0,0 3 0,0 6 0,0 13 0,0 17 0,0 12 0,1-29 0,1-23 0,-1-5 0,1 16 65,-2 24 1,1-1-66,0-22 0,1-15 0,0 4 0,-2 24 0,0 28 0,23 2 0,16 6 0,18 2 0,4 1 0,-12 1 0,-11-2 0,0 2 0,13-1 0,13 2 0,-6 0 0,-24 1 0,-27 1 0,24 0 1468,-24 25 1,-9 18 0,-1 8-1469,1-9 0,-1 7 0,-2 5 0,0 3 0,0-1 0,0-2 0,0-5-908,1-1 1,1-4 0,0-2-1,-1 2 1,-2 3 907,-1 1 0,-2 7 0,-1 3 0,1-2 0,0-5 0,2-9 0,3-14 3528,3-1-3528,-5-8-526,4 7 1,-1 14 0,0 12 0,1 5-1,0 3 1,0-2 0,0-8 0,0-10 525,-1 1 0,1-9 0,-1 8-352,1 1 1,0 11 0,-1 7-1,1 2 1,-1-3 0,2-7-1,-1-12 1,2-17 351,1-12 2811,1-1-2811,4 23 0,2 19 0,0 5 0,-2-14-1216,1 10 1216,0-9 0,1 13 0,0-5 0,-4-24 0,-4-26 0,0-2 0</inkml:trace>
  <inkml:trace contextRef="#ctx0" brushRef="#br0" timeOffset="263129">24616 13123 24575,'9'-46'0,"-1"0"0,0 0 0,0 1 0,1-1 0,0-8 0,1 0 0,-2 6 0,-2 15-9831,-3 14 8341,-3 2 1490,1-3 0,-1-11 0,1-11 0,0-8 0,-1-8 0,1-5 0,0-5 0,0-3 0,0-2 0,-1 0 0,1 2 0,0 2 0,0 5 0,-1 5 0,1 7 0,-1 9-431,1-13 0,-1 12 0,1 3 0,-1-4 0,1-11 431,-1 15 0,0-5 0,1-4 0,0-4 0,0-2 0,0-3 0,-1-2 0,1-1 0,0-2 0,-1 0 0,0 0 0,0 1 0,0 0 0,-1 2 0,-1 2 0,0 2-63,0-1 0,-1-2 0,-1-1 1,-1 0-1,1 0 0,-1 0 0,0 1 1,-1 2-1,1 2 0,0 1 0,0 4 1,0 2-1,1 5 0,0 3 63,-1-21 0,0 13 0,0 0 0,-1-12 0,2 18 0,-1-7 0,0-6 0,0-5 0,-1-4 0,0-1 0,1-1 0,-1 1 0,1 3 0,0 3 0,2 6 0,0 6 0,1 9 0,1 9 0,3-7 0,2 11 0,6-8 0,-8 5 0,6-1 1517,17 7 0,8 5-1517,17 7 0,1 3 0,-15-8 0,-1 1 0,8 6 0,2 7-857,-4 13 0,2 6 0,-7-3 857,4-5 815,-2 0 1,12 2 0,-2-2 0,-13-5-816,-12-8-816,-9 33 0,-2 25 0,-3 6 1,-3-12 815,-5-15 0,-2 1 815,0 8 1,0 8 0,-2 5 0,-2 5-816,-1-9 0,-2 6 0,-2 5 0,-1 1 0,0 0 0,0-4 0,2-6 0,1-10-231,2 0 1,0-10-1,0 10 231,-1-3 0,-1 11 0,-2 7 0,0 4 0,-1 0 0,2-3 0,0-7 0,3-9 0,2-14-3034,1 2 3034,2 5 0,-1-3 0,-1 15 0,-2 11 0,0 8 0,-1 3 0,1 0 0,-1-5 0,2-7 0,0-12 0,1 1 0,0-9 0,0 9-226,-1-2 1,0 13-1,-1 9 1,0 3 0,-1 0-1,1-4 1,1-9 0,1-13-1,2-17 226,1-12 2029,0-1-2029,0 18 0,0 18 0,0 8 0,0-2 0,0-14 0,0-11 0,0 0 0,0 23 0,0 16 0,0-4 0,0-26 0,0-28 0,2 16 0,4 19 0,2 11 0,0 3 0,-1-5 0,-1-12 0,0-1 0,0 0 0,-1 0 0,2 14 0,1 4 0,-1-2 0,-1-12 0,-1-18 0,-3-17 0,1-2 0,1 34 0,0 21 0,0-11 0,1-9 0,0 10 0,-1 10 0,-2-21 0,-2-35 3034,0 1-3034,2 24 0,2 22 0,1 4 0,-2-13 0,1 9 0,-1-12 0,3 16 0,0 4 0,0-7 0,-3-19 0,0-12 0,3 16 0,-1-9 0,-5-29 0,0-1 0</inkml:trace>
  <inkml:trace contextRef="#ctx0" brushRef="#br0" timeOffset="269579">24801 14607 24575,'46'-2'0,"-1"1"0,0-1 0,0 1 0,-15-1 0,-1 0 0,19 1 0,9 1 0,2-2 0,-8-1 0,3-2 0,-4 1 0,-9-1-8503,13-2 8503,-8 4 0,14-2 0,-5 1 0,-19-1 0,-25-1-940,24-5 1,14-3 0,-7 2 939,0 0-517,0 0 1,8-3-1,-17 6 517,-27 9 0,47-5 0,-30 6 0,22-2 0,15 0 0,-11 1 0,-10 3 0,13-3 0,3 3 1884,-20 3 1,-4 4-1885,-5 6 0,-1 0 742,10-3 1,-1 0-743,8 18 0,-9-5 0,-1-4 0,-5-8 0,8 12 0,-6-5 0,-23-21 0,-6 3 0,3-3 0</inkml:trace>
  <inkml:trace contextRef="#ctx0" brushRef="#br0" timeOffset="293123">25240 13467 24575,'0'-46'0,"0"0"0,0 0 0,0 0 0,0-4 0,0-2 0,0 5 0,0 17-9831,0 16 8341,0-23 1387,1 1 0,1-15 0,1-11 1,0-5-1,0 0 0,0 5 1,0 9 102,-1 7 0,0 6 0,0-1 0,0-10-108,0 9 1,-1-7 0,1-6-1,0-5 1,0-4 0,0-1-1,0-2 1,-1 2 0,1 2-1,0 3 1,-1 6 0,1 5-1,-1 9 108,1-19 0,-1 12 0,0-10-234,1 12 1,-1-11 0,0-6-1,1-4 1,0-3 0,-1 2 0,1 3-1,-1 7 1,0 9 0,0 11 233,1 1 0,-1 2 0,1-13 0,1-15 0,0-1 0,-1 8 0,-1 23 0,-1 22-154,2-23 0,3-20 1,0-3-1,0 12 154,1-8 60,-2 10 0,1-12 0,-1 3 0,1 18-60,0 19 0,1-15 0,2-17 0,2-12 0,0-6 0,0 0 0,-1 7 0,-1 13 0,2-8 0,0 1 0,-2 6 0,1-13 0,1-6 0,1-1 0,-2 6 0,-1 13 0,-2 18 0,0 15 280,2-30 1,3-19 0,-2 10-281,3 4 534,-2 7 0,2-12 1,-1-2-1,-1 7-534,-3-5 0,0 7 1380,1 9 0,0 0-1380,-2-7 0,-4-2 0,-7-7 0,-1 6 0,3 15 0,-4-21 0,0 8 2539,7 38-2539,-6-49 0,20 20 0,1 0 0,-13 0 0,4 2 0,28-3 0,4 12 0,-19 23 0,28 2 0,19 3 0,-15 6 0,-15 23 360,3-24 1,9-4 0,-14 9-361,-24 27 0,-11-2 2761,3-19-2761,6 37 0,-8-47 0,0-2 0,-1 21 0,0 21 0,0 9 0,-1-1 0,1-14-2726,1-10 1,-1-1 2725,0 11 0,-1 12 0,1 2 0,0-8 0,0-19 0,1-19 0,-3-1 0,1 19 0,-1 21 0,0 8 0,0-1 0,0-14-924,0-9 1,0 1 923,0 3 0,0 9 0,0 5 0,0 2 0,1-3-607,-1 3 0,1 2 0,1 0 1,-1-5-1,1-9 607,0-2 0,0 0 606,0 2 1,0 10 0,0 3 0,-1 2 0,-1-5-607,-3 4 0,-1 1 0,0-5 0,2-9-1517,1-14 0,1 1 1517,-3 19 0,-2 14 0,1-4 0,3-20 0,4-23 0,2 23 0,1 20 0,1 5 0,-2-14 0,-1-16 0,1-1 0,0 17 0,2 13 0,-1-4 0,-1-22 0,-2-25-406,3 23 0,2 22 1,2 10-1,0-2 0,-2-15 406,0-11 0,0 0 0,0 11 0,2 15 0,-1 2 0,0-11 0,-2-23 0,-1-24 0,-2 28 0,-2 25 0,0 4 0,-1-15 0,2-22 0,0 1 41,-1 20 0,-1 15 0,0-4 0,1-22-41,0-24 0,-5 15 0,-6 17 0,-2 8 0,0-2 0,4-12 0,4-6 0,-1-1 0,-3 8 0,-3 11 0,-2 2 0,4-7 0,4-19 0,7-16 0,-3 25 0,-2 17 0,1-8 0,2-3 703,-1-2 0,-1 9 1,3-8-704,6-1 0,-3-27 2789,6 41-2789,-16-52 0,6 9 0,-7-17 0,6 2 0</inkml:trace>
  <inkml:trace contextRef="#ctx0" brushRef="#br0" timeOffset="298907">30143 9074 24575,'-5'52'0,"-1"-1"0,1 1 0,-1-1 0,1 1 0,0-1 0,-1 0 0,0 13 0,0 2 0,0-4 0,1-8 0,0-15 0,-4-2 0,8-25 0,-6 17 0,0 0 0,5-15 0,-9 25 0,7-35 0,-18-29 0,-12-26 0,6 7 0,2 10 0,3-8 0,-5-17 0,1 5 0,9 24 0,12 26 0,-5 43 0,37 5 0,6 7-2720,-24 6 0,2-3 2720,19-19 0,2-11 0,-8-16 0,-4 21 0,31-22 0,-30 19 0,25-48 0,-29 12-1661,17-18 0,13-11 1,-8 7 1660,-2 6 479,-3-4 0,5-4 0,-12 14-479,-21 19 0,13-18 0,-12 14 0,11-11 0</inkml:trace>
  <inkml:trace contextRef="#ctx0" brushRef="#br0" timeOffset="316778">32108 11223 24575,'-34'8'0,"0"0"0,13-1 0,-11 0 0,-9 9-1967,6 11 1,-6 12 0,-1 5 0,2-2 0,7-9 1221,3-8 0,-1 3 505,3 0 1,-9 11-1,-6 6 1,-3 5 0,-1 1-1,1-1 1,5-4 0,6-7-1,10-10 240,3-1 0,1-2 100,-8 10 1,-9 9 0,-1 3-1,5-7 1,12-14-101,13-13 0,-1-9 0,-13 24 0,-9 21 0,-2 4 0,7-12 1,-5 4-1,4-6 0,-7 11 0,3-4 0,15-19 3718,16-21-3718,-19 21 0,-12 14 0,6-7-443,7-4 443,-5 3 0,-7 7 0,11-13 0,16-20 0,-16-44 0,-5-33-1,13 20 1,2-8 0,0-2-1,-2 5 1,-5 0 0,0 3 0,1-2 0,6-6 0,2-9 0,2 13 0,2 32 0,5 56 0,3 36 0,0-13 648,1-18-648,-3 12 0,-1 14 0,7-6 0,6-20 0,5-3 0,1-1 0,3 5 0,3 0 0,2 0 0,8 4 0,5-1 0,-4-2 0,2 7 0,-3-13 0,15-32-1893,-6-26 0,-4-3 1893,-15 16 758,13-10 0,8-6-758,-8 3 0,4-5 0,-1 1 0,-8 6-2044,10-7 2044,-10 7 0,9-6 0,1-1 0,-7 4 1251,4-3 1,-10 6-1252,-8 7 0,6-8 0,10-10 0,-1-1 0,-11 9 0,-8 2 0,18-13 0,-8 5 0,-28 25 0,7 0 0,-7 2 0,5-2 0</inkml:trace>
  <inkml:trace contextRef="#ctx0" brushRef="#br0" timeOffset="323188">25182 13155 24575,'-50'14'0,"0"0"0,8-2 0,5-2 0,0-5-1639,0 3 1,-16 2-1,-9 3 1,-1 0 0,4 0-1,11-3 894,-7-1 0,-1 3 475,13 1 1,-12 4 0,-6 4-1,-4 1 1,3 1 0,6-2 0,10-2-1,16-4 270,0 9-141,-6 4 0,-9 6 0,17-10 141,25-16-727,-16 26 1,-11 17-1,6-8 727,3-3 0,0-2 0,-6 8 0,6 4 0,9-5 0,4 6 0,2-3 0,1-9 0,-3 14 545,0-15 0,-4 9 0,2 3 0,7 1-545,9-4 0,6 3 0,4 0 0,-1-4 0,-4-9-228,-5-4 0,0-1 228,4 10 0,4 13 0,2 3 0,-3-10 0,-3-19 0,-3-19 0,25 13 0,24 10 0,5 1 0,-13-7 0,-20-10 0,0-1 0,8 6 0,11 5 0,3 2 0,-8-6 0,-15-10 0,-14-13 0,0 3 0,15 0 0,18 1 0,12 0 0,6 1 0,-1-1 0,-6 0 0,-14 0 0,4-1 0,-1 0 0,-3 1 0,12 0 0,7 1 0,1 0 0,-6 0 0,-12-2 0,-17-1 3034,-13-2-3034,15-1 0,19 0 0,11-1 0,4-1 0,-6 1 0,-13 0 2268,-1 0 1,4-2-2269,-10-1 0,11-2 0,9-1 0,7-3 0,3 0 0,2 0 0,-2-1 0,-3 0 0,-7 2 0,-9 0 0,-12 2-2269,10-5 1,-4 0 2268,1 1 0,12 0 0,5-2 0,2-2 0,-6-4 0,-8-3 0,-4-12 0,-5-7 0,-7 1 0,-4 8 0,-4 14 0,-6-5-380,-9-9 1,-2-15 0,-2-8 0,-2-7 0,-2 1-1,-2 3 1,-2 9 0,-2 12 379,-8 2 0,-6 2 0,-1-8 0,-5-11 0,-2-5 0,-1 1 0,2 7 0,0 4 0,-2 3 0,3 4 0,5 7 1029,-4-13-1029,5 11 0,-4-9 0,-4-2 0,-6 4 0,-5 7 0,-7 1 0,-3 2 0,3 4 0,8 3 0,5 2 0,0-1 708,-4-3 1,-8-7 0,-3-2 0,-1 4 0,4 7-709,-11 9 0,1 7 0,11 3-3544,-2-4 3544,-5 0 0,-9-2 0,19 6 0,30 5 2005,2 0-2005,-29 2 0,-25 2 0,-5 0 0,16-1 0,-7 1 0,6 0 0,-14 1 0,5-1 0,23-1 0,27-2 0,-28 7 0,-18 4 0,9-2 756,5 0 0,-5-1 0,-8 2 0,22-3 1,30-5-1</inkml:trace>
  <inkml:trace contextRef="#ctx0" brushRef="#br0" timeOffset="326602">31194 13279 24575,'9'55'0,"0"0"0,0 0 0,0 0 0,0 0 0,-1-4 0,1 1 0,-1-2 0,-1-2 0,0-6-3277,-1 2 0,0-5 0,-1-5 1787,2 21 2429,1-13 0,3 6 1,-2-16-940,-4-23 0,7 5 0,-9-11 0</inkml:trace>
  <inkml:trace contextRef="#ctx0" brushRef="#br0" timeOffset="328078">30727 14524 8191,'6'7'0,"9"37"0,-1 6 5063,-5-26-5063,3 18 0,4 18 0,0 0 0,-5-17 0,-4-11 0,4 7 0,-1-1 0,0 1 0</inkml:trace>
  <inkml:trace contextRef="#ctx0" brushRef="#br0" timeOffset="328981">31118 14505 24575,'51'15'0,"0"-1"0,-1 0 0,1 1 0,0-1 0,9 0 0,2-2 0,-9 2 0,-23 2 0,-30 14 0,0-23 0,-10 26 0,-18-6 0,-16 5 0,-3 0 0,11-6-8503,-7 12 8503,6-10 0,-10 8 0,4-2 0,19-13 0,21-15 1719,3 0-1719,-6 6 0,5-7 0,-1 3 0</inkml:trace>
  <inkml:trace contextRef="#ctx0" brushRef="#br0" timeOffset="330085">31764 14492 24575,'38'12'0,"0"-1"0,0 1 0,12-7-3277,-28 30 0,-5 18 0,-10-12 1787,-16-16 1490,-1 19 0,-2 4-1078,-1-14 1,1-7 1077,3-10 1027,-5 16 0,2-5-1027,9-24 0,3 2-1500,10 25 0,2 5 1500,-10-18 0,11 14 0,-7 0 0,-46-5 0,28-20 0,-24 21 0</inkml:trace>
  <inkml:trace contextRef="#ctx0" brushRef="#br0" timeOffset="337066">25250 16696 24575,'3'-53'0,"0"1"0,0-1 0,-1 1 0,1-1 0,1-4 0,0 0 0,0 6 0,-2 15 0,-1 12 0,0-10 0,3-17 0,-1-11 0,2-1 0,-2 6 0,0 12-4252,-1 4 1,0 0 4251,0-3 0,1-11 0,0-5 0,1-1 0,-1 7 0,-1 10 859,0-2 1,-2 12-860,-7 7-1135,-31 20 1,-25 11 0,-6 5 0,16 0 1134,19 1 0,1 3 0,-6 2 0,-11 4 0,-2 2 0,4 0 0,10-3 0,0 6 0,20-9 2268,46-23 1,2 1-2269,-56 36-1135,53-40 1,30-21 0,7-5 0,-17 10 1134,-9 2 0,4-2 0,7-5 0,-19 12 0,-26 17-149,43-8 149,-27 11 0,17-6 0,7 9 0,-14 23 0,0 13 0,-1 4 0,-2-10 1073,6-13 1,-1 2-1074,-6 6 0,1 7 0,0 4 0,-2-1 0,-1 4 0,-2 3 0,-1-2 0,-5-9 0,10 15 0,-6-9 0,4 12 0,-1-5 0,-9-22 0,-12-22 0</inkml:trace>
  <inkml:trace contextRef="#ctx0" brushRef="#br0" timeOffset="366849">30876 11558 24575,'-41'2'0,"0"0"0,0-1 0,-1 4 0,-7 0 0,-4 2 0,-3 0 0,1 0 0,4 0 0,4-2-2458,-3 0 0,5-2 1,0 0-1,-5 2 2209,-1 0 1,-4 0 0,-3 1 0,0 2-1,4 2 1,7 3-291,-2 7 0,5 5 1,5-1-1,7-3 539,-17 9-220,10-7 0,-12 5 1,5 0-1,20-10 220,23-10-508,-8 27 1,-7 24 0,-1 5 0,5-15 507,5-21 0,0 0 0,-6 20 0,-4 14 0,1-3 0,9-24 0,8-25 0,-5 24 0,-6 21 0,0 4 0,3-12 0,0 8 74,0-10 1,-2 12 0,0-3 0,6-19-75,5-24 1437,0-3-1437,0 7 0,18 27 0,14 17 0,-5-10 0,-2-7 0,0 10 0,6 10 0,-9-27 1196,-13-34-1196,-6 1-96,21 14 1,20 14 0,10 5-1,-1-1 1,-14-8 95,-10-7 0,0 0-216,10 6 1,11 8 0,3 2 0,-7-5-1,-17-12 216,-14-10 0,21 7 0,17 7 0,4 1 0,-12-4 0,-16-5 0,1 0 329,8 3 1,8 4 0,5 0-1,0-2-329,-3-5 0,5-1 0,0-1 0,-4-1 0,-10-2 181,-6-2 1,0 0-182,7 2 0,9 4 0,5 0 0,1-1 0,-5-6-176,2-5 0,-1-4 1,-3-2-1,-9 0 176,18 0 0,-17 3 0,9 0 0,4 0 0,-4-3 0,-3-4 0,0-3 0,-3 0 0,-8 3 0,14-2-380,-9 2 0,11-3 0,-4 0 0,-16 3 380,-19 4-50,12-15 0,12-14 0,7-6 0,-2 1 1,-9 8 49,-5 7 0,-1-1 0,7-5 0,9-10 0,1-2 0,-7 7 0,-15 14 0,-15 14 2319,0-5-2319,0-18 0,1-20 0,0-13 0,0-2 0,-1 4 0,-1 15-439,-1 3 1,0 0 438,1-3 0,3-16 0,0-5 0,-1 4 0,-3 11 0,-5 23 0,-6 18 0,1-1 3034,0-3-3034,-22-14 0,-18-14 0,-5-2 0,13 9-1517,17 12 0,0 0 1517,-18-13 0,-12-10 0,5 5 0,20 19 0,22 20 3034,-2 1-3034,-21-5 0,-20-2 0,-10-1 0,2-1 0,14 2 0,10 1 0,1-1 0,-12 1 0,-13-3 0,-2 0 0,9 2 0,20 3-2371,21 3 2371,-2 0 0,-26-3 0,-22-2 0,-5-1 0,14 1 0,-7-2 0,13 2 0,-11 0 0,-3 0 0,3 1-750,-9 1 1,1 1-1,12 2 750,-1-1 562,12 1 0,-8-1 0,-2 0 1,3 1-563,-2 2 0,3 0 0,7 0 0,-5 1 592,5-4 1,-10-2 0,-2-2 0,9 0-593,5-2 0,4-2 410,-2-1 1,0 0-411,1 2 0,8 5 0,17 6 4943,-2 0-4943,-36 0 0,-6 0-3548,22 0 3548,-22 0 0,7 0 0,37 0 0,-21 8 705,-13-15 1,-3-1 0,0 12 0,7-12 0,-1 0 0</inkml:trace>
  <inkml:trace contextRef="#ctx0" brushRef="#br0" timeOffset="473476">20970 2555 24575,'56'3'0,"0"1"0,0 0 0,-13 0 0,7 2 0,6 1 0,3 1 0,2 0 0,0 0 0,-2 0 0,-4 0 0,-5-1 0,-9-2-3277,13 2 0,-11-1 0,9 1 3090,-7-1 1,9 2 0,4 1 0,3 0 0,0 1-1,-3-2 1,-6-1 0,-9-1-533,6-1 1,-8-2 0,-8 0 718,8-1 718,-3 3 1,6 0-1,-4-4-718,16-12 0,-38 8-3034,38-8 3034,-50 11 0,29 6 0,24 4 0,5 2 0,-14-4 0,7 1 0,-7 0 0,15 2 0,-5 0 0,-25-6 0,-28-5 0,43 10 0,-6-6 0,-63-23 0,-7-9 0,30-3 0,-1-1 0,-41-2 0,-13-1 1011,14-3 1,1-2-1,22 19-1011,45 44 0,26 24 0,-13-20 0,-28-34 0,13 24 0,14 17 0,-1 3 0,-15-15 0,-19-15 0,10 22 0,-39 2 0,-19 8 0,10-4 0,19 16 0,-21-16 0,-13 2 0,15-12 0,23-16-759,-28 9 1,-25 6-1,-5 1 1,15-5 758,22-7 0,0 1 433,-23 7 1,-15 5-1,6-2 1,27-13-1,28-11 1,0 0-1</inkml:trace>
  <inkml:trace contextRef="#ctx0" brushRef="#br0" timeOffset="680902">30805 8941 24575,'8'-33'0,"0"0"0,7-15-1639,-13 7 1,-2-15-1,-2-9 1,-1-1 0,1 6-1,0 12 894,3 1 0,-1 0 1214,-1 3 1,-1-9 0,0-7-1,-1-1 1,1 1 0,-1 4-470,0-1 0,0-1 0,0 3 0,0 4 0,0 9-1236,0 4 0,0 0 1236,1-5 0,-1-11 0,0-4 0,0 2 0,0 7-1050,0-2 1,0 6 0,1 7 1049,0-8 0,-1 3 0,0-7 0,0 5 1125,1 10 1,-1 6-1126,-1 4 0,-2-17 0,0-1 0,-1 9 3795,-5-12-3795,-29 29 0,-6 6 0,12-1 0,-9 22 0,-16 13 0,0 2 0,15-5 0,3 2-598,-1 5 0,-7 6 1,17-13 597,27-16 0,-24 16 0,-2-4 0,20-21 0,-20 19 0,6-2 0,51-47 0,25-15 0,-13 25 0,3 2 0,-1-1 0,-6-3 0,-2-1 0,2 2 0,1 4 0,1 2 0,1 6-484,6 9 1,1 6-1,-8 0 484,3-5 0,-3 2 0,8-1 0,-2 5 0,9 13 0,-8 1-3034,-18-6 3034,26 5 0,-9 1 0,-37-8 3034,2-3-3034,13 22 0,9 17 0,-5-7 558,-1-6-558,1 6 0,4 7 0,-8-17 0,-12-23 0,-4 5 0,25 36 0,-22-32 0,19 31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5:48.1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5704 2782 24575,'-3'54'0,"1"-1"0,-1 1 0,0-1 0,1 1 0,-1-1 0,0 1 0,1-1 0,-1 1 0,0 0 0,1-1 0,-1 1 0,1 7 0,0-9 0,1-3 0,-2 4 0,0 10 0,1-16 0,-2 6 0,0 7 0,-1 3 0,1 3 0,-2 1 0,1 0 0,0-2 0,0-4 0,1-4 0,0-7 0,0-7 0,1-10-4916,-1 10 1,0-3 4666,1 0 1,-1 8 0,0 6 0,0 1-1,-1 0 1,0-6 952,-3 10 1,-1-3-1,0-3 1,3-1-705,4 2 0,2-2 0,-3 3-564,-2-8 1,-2 4-1,-1 1 1,2-3-1,3-5 564,6 24 0,2-23 0,-4-37 0,1 35 0,2 23 0,-2-11 2934,0-11-2934,0 4 0,1 11 0,-3-3-1336,-4-13 1,-1-2 0,0-7 1335,2 5 0,-2-2 0,-1 7 0,0-8 4006,-3 1-4006,-8-68 0,-7-30 0,1 18-2098,-3 37 2098,6-31 0,0-22 0,-2 1-809,-1 10 1,-1 1 0,3 9 808,0-3 0,-3-5 0,-4-8 0,9 20 2893,15 30-2893,-7-5 0,-7-14 0,5-2 0,31 46 0,7 6 0,-9-20 1097,13 23 1,6 16-1098,-11-8 0,1 8 0,-2-2 0,-4-9 0,6 10 0,-4-7 0,5 11 0,-1-5 0,-6-17 1038,-7-22-1038,-4-1 0,7 2 0,-4 14 0,-3-13 0,-5 37 6784,1-37-6784,40-15 0,10-9 0,-23 3 0,7-10 0,14-11 0,-1-2 0,-15 10-4243,-15 7 4243,16-15 0,3 0 0,5 4 0,-31 21 0,33-19-2690,-14 7 1,-2 2 2689,-10 11 0,17-13 0,-6 2 0,-28 16 0,18-10-900,10 8 1,-9-5 0,5 11 0</inkml:trace>
  <inkml:trace contextRef="#ctx0" brushRef="#br0" timeOffset="20824">13919 3059 24575,'-26'49'0,"1"1"0,6-18 0,-3 7-1093,7-5 1,-3 10 0,-3 8 0,0 5-1,-2 2 1,1-1 0,1-2 0,2-6-1,3-8 596,-6 12 1,4-9-1,-5 12 343,7-20 0,-2 8 0,-3 6 0,-3 5 0,0 3 0,-2 3 0,0 1 0,0 0 1,0-2-1,1-2 0,3-5 0,1-4 0,3-8 0,3-7 154,-5 12 0,5-11 0,-3 5-147,-3 6 1,-6 10-1,0 4 1,0-4 0,6-10-1,8-18 147,6-15-677,-8 18 1,-6 12 0,3-7 676,3 1 0,-3 0 0,-4 6 0,9-15 0,12-23 0,-15 26 0,-13 15 0,5-7 0,4-5 0,-2 6 0,-5 8 0,8-17 2029,14-25-2029,-7 24 0,1 13 0,5-6 0,1 2 0,-1-1 0,-8 8 0,1-1 0,7 13 0,3-16 3034,0-39-3034,-7 29 0,-4 20 0,1-9 0,2-10 0,-2 9 0,-1 9 0,4-20 0,7-28 0,3 2 0,-6 14 0,-16-50 0,-5-9 0,10 34 0,-7-27 0,-5-15-759,4 11 1,-3-6-1,0 1 1,4 9 758,6 9 0,-1 0 758,-6-11 1,-5-9-1,-1-3 1,4 3-759,0-10 0,4 1 0,7 29 0,9 71 0,-22-94 0,4 0 0,30 69 0,13 31 0,6 14 0,0-2 0,-7-20 0,4 3 0,0-11 0,10 13 0,2 3 0,-2-5 0,-8-16 0,-1-7 0,10 13 0,8 10 0,-10-11 0,-15-17 0,17 18 0,0-6 0,-20-31 0,19 9 0,-2-5 0,-15-5 0,32-4 0,-33-2 0,17-13 0,1-3 0,-12 8 0,14-16 0,16-14 0,2-2 0,-12 9 0,-17 16 0,0-1 0,10-9 0,9-7 0,-3 2 0,-13 13 0,-15 13 0,-1 2 0,10-13 0,11-15 0,7-10 0,2-2 0,-4 4 0,-7 10-854,-3 3 1,1 0 853,0-2 0,6-7 0,3-5 0,2 1 0,-3 4 0,-4 10 0,13-4 0,-7 11 0,-6 4 0,9-9 0,-1 1 922,-12 8 1,-18 11 0,14-9 0</inkml:trace>
  <inkml:trace contextRef="#ctx0" brushRef="#br0" timeOffset="54588">15217 6072 24575,'-21'24'0,"0"0"0,-7 5 0,17-13 0</inkml:trace>
  <inkml:trace contextRef="#ctx0" brushRef="#br0" timeOffset="57048">15003 6434 24575,'-25'39'0,"0"-1"0,0 0 0,0 1 0,-5 5 0,1 0 0,-2-1-2458,2-6 0,-2 1 1,1-2-1,5-6 1713,6-7 0,0 1 745,-6 6 0,-6 7 0,1 1 0,4-5 659,2 3 1,6-7-660,2-3-549,-10 7 1,-10 12 0,-1 0 0,9-12 548,2-1 0,-2-1 0,-5 7 0,6-10 0,10-11 0,-14-41 0,-3-10 0,5 24 0,-4-21 0,8-13 0,31-4 0,14-7 0,-2 11 0,-4 1-135,1-5 1,2-9 0,-4 22 134,-11 32 3904,15-20-3904,-2 29-1952,1 34 0,-2 8 1952,0-5 0,-6 17 0,-5-11 0,-3-43 478,0 5-478,0-3 0,4 25 0,3 15 0,-1-7 0,1-4 0,-3 17 0,0 14 0,-1-18 0,-1-27 2070,-8 12 1,6-9-2071,17-31 6192,-11 0-6192,25-10 0,20-10 0,4-1 0,-12 4-2499,-17 8 1,0 0 2498,13-5 0,11-4 0,-3 1 0,-15 8-2930,-18 8 2930,-7 5-658,32-10 0,20-10 0,-9 4 658,-9 3 0,8-1 0,10-4 0,-25 7 0,-31 9 0</inkml:trace>
  <inkml:trace contextRef="#ctx0" brushRef="#br0" timeOffset="66580">12411 11639 24575,'4'-27'0,"-1"-5"0,-1 21-1967,1-22 1,0-22 0,-1-9 0,1 1 0,-1 14 1221,1 8 0,0 0 314,0-6 0,0-14 0,0-1 0,-1 9 0,-1 18 431,-1 18-220,4-19 0,4-18 1,-1-3-1,-1 13 220,1-11 0,-2 15 0,1-10 0,1-3 0,-1-1 0,-1 5 0,0-3 0,0 0 0,-1 5 0,-1 8 0,0 4 0,0 1 0,0-5 0,2-8 0,0-4 0,0 0 0,-1 3 0,0-1 0,0-1 0,-1 4 0,0 9 0,0-13 291,0 8 1,2-12 0,-1 2 0,-2 18-292,-2 16-484,-1-16 1,0-19 0,0-9 0,-1 2 0,1 14 483,1 6 0,-1 1 0,0-9 0,0-15 0,0-1 0,1 11 0,0 22 0,1 23 0,3-44 0,0-8 0,-2 29-156,-1-6 0,2-15 0,-1-6 0,1 5 0,-1 14 156,-1 0 248,1-6 0,0-9 0,-1 16-248,-1 26 0,-5-23 0,-7-20 0,0-3 0,2 11 0,4 17 0,0-1 0,-3-12 0,-1-9 0,-1-3 0,1 2 0,1 5 0,1-1 0,0 3 0,2 8 0,-1-19 239,1 14 1,-3-10 0,1 4 0,3 17-240,5 20-446,-6-29 1,-2-4 445,2 16 0,-1-17 0,-1 9 2430,6 33-2430,1-27 0,4-19 0,0 8 1215,-1 6-1215,-1-5 0,2-8 0,-2 15 2123,-1 25-2123,5-37 0,1-7 0,-3 21 0,2-21 0,1 7 0,-3 40 0,0-25 0,3 1 0,-2-8 0,0 0 0,0 2 0,-3 14 604,2-11 0,0 4 0,-3 24 0,0-3 0</inkml:trace>
  <inkml:trace contextRef="#ctx0" brushRef="#br0" timeOffset="69129">12721 12814 24575,'23'-4'0,"12"5"0,11 3 0,-7-1 0,-2 0-2458,2 0 0,14 2 1,-2 0-1,-14-1 968,-10 0 1490,15-1 0,-6 0 2818,-30 0-2818,28 4 0,5 0 0,-16-4 859,12 4 1,2 0-860,-3-7 0,-21 0 0,18 0 0,-28 0 0</inkml:trace>
  <inkml:trace contextRef="#ctx0" brushRef="#br0" timeOffset="81507">8078 12022 24575,'2'47'0,"-1"-1"0,1 1 0,0 4-1172,0-10 0,2 6 0,-2-16 1172,-1-22 0,1-2 274,1 43 1,-2-36 0,2 30 0</inkml:trace>
  <inkml:trace contextRef="#ctx0" brushRef="#br0" timeOffset="82959">7622 13110 24575,'19'41'0,"1"0"0,-1 0 0,-3 4 0,0 5 0,-3-4 0,-5-12 0,-7-6-1967,2 19 1,0-7 0,-3-36 0,0 1 0</inkml:trace>
  <inkml:trace contextRef="#ctx0" brushRef="#br0" timeOffset="84251">7863 13136 24575,'42'2'0,"0"0"0,0 0 0,3 0 0,-5-1 0,5 2 0,-15 5 0,-2 1 0,-1-5 0,4 4 0,-6 0 0,-22-5 0,-17 27 0,-8 7 0,12-15 0,-9 11 0,-11 15 0,0-1 0,9-12 0,5-5 0,-3 1 0,-6 6 0,5-5 0,3 7 0,10-27 0,-10 24 0</inkml:trace>
  <inkml:trace contextRef="#ctx0" brushRef="#br0" timeOffset="85473">8412 13141 24575,'22'41'0,"0"0"0,-8 5 0,-2 9 0,-2-1 0,-4-12 0,-5 3 0,1 4 0,0 9 0,0-20 0,-2-31 0,0 2 0</inkml:trace>
  <inkml:trace contextRef="#ctx0" brushRef="#br0" timeOffset="108725">10123 9629 24575,'-38'6'0,"7"0"-2458,-14-6 0,-18-2 1,-2-2-1,14 2 1713,21 1 0,-1 0 745,-5-1 0,-9-1 0,-5 1 0,-2 0 0,3 2-431,-2 2 0,-3 2 0,2 1 0,3 0 0,9-2 431,1 0 0,1-1-176,-6 1 0,-12 2 0,-2-1 1,7 0-1,15 0 176,9 0-339,-6 2 1,-15 4 0,-10 1 0,-2 2 0,4-2 0,12-2 338,-7 0 0,0 1 0,6-1 0,-13 3 0,-4 1 0,4 0 0,10-3 0,20-5 0,15-5 0,-21 6 0,-13 3 0,7-2 0,6-2 676,-2 0 1,-7 2-1,1 3-676,-8 12 0,9 1 1974,14-6-1974,-13 3 0,-9 5 0,4 1 0,-3 4 0,9-6 0,0-5 0,-1 4 0,-9 7 0,1-3 0,8-9 0,1-2 0,8-3 0,-4 5 0,2-4 0,-8 3 0,2 2 0,4 4 0,0 1 0,6-4 0,-3-1-658,-14 7 0,-12 7 0,16-10 658,27-15 2812,-38 12-2812,49-17 0,-22 8 0,15-6 4427,-15 10-4427,7 18 0,-3 19 0,2 3 0,3-12-4427,-8 7 4427,6-7 0,-4 14 0,2-4 0,8-21 0,10-22 0,0 0-703,1 29 0,1 27 0,0 5 0,-1-16 703,0-25 0,0 1-508,0 24 1,0 17 0,1-6 0,0-28 507,1-31 2029,0 2-2029,2 37 0,-1 5 2411,0-22-2411,1 21 0,1-5 4228,-2-37-4228,7 32 6323,32-3-6323,-4-16 0,12 2 0,1 0 0,-7-4-3162,-1-2 1,0-2 3161,7 0 0,8 0 0,3-3-721,-11-7 0,5-1 0,0-1 0,-4-1 0,-9 0 721,-5 0 0,-1 0-607,10 2 0,14 0 0,2 1 1,-8-1-1,-20-1 607,-16-3-508,24 2 1,24 1 0,4-1 0,-15-1 507,-19-1 0,0-1 507,15 2 0,9 1 1,5-1-1,-2 0-507,-4-3 0,2 0 0,-4-1 0,-9 1 0,-10 2 0,0-1 0,16 0 0,13-1 0,-5 0 0,-22 1 0,-27 1 0,42 3 0,5 0 0,-25-2 779,27 2 1,-9 0-780,-45-3 0,0 0 0,25-2 0,16 0 0,-8 0 1260,-6 1-1260,7-2 0,8 0 0,-16 0 4430,-25 3-4430,41-8 0,9-1-735,-27 5 735,20-3 0,3 0 0,-5 10 0,-29-16 0,26 9-594,-27-25 0,-4-15 1,-4 8 593,-1 6 0,9-17 0,2-7-1799,-3 3 1,-3 6 1798,-3 13-568,6-19 0,-4 7 568,-13 37-677,3-29 1,1-22 0,0 9 676,-1 3 0,1-3 0,0-9 0,-1 18 0,-3 27 2029,0 4-2029,1-22 0,0-22 0,0-10 0,0 3 0,0 14 117,0 12 1,0-1-118,0-7 0,-1-10 0,1-5 0,1 1 0,2 7 0,4-5 0,1 4 0,0 10 0,0-3 0,0-6 0,1-8 0,-5 20 1445,-5 30-1445,0 1 0,9-45 0,-26 18 0,-1-2 752,18 3 0,0 1-752,-21-2 0,3 9 0,17 18 0,0-42 0,2-8 0,-1 25 0,1-26 0,1 10 2033,1 44-2033,-2-20 0,1 15 0,-2-12 0,0 17 0</inkml:trace>
  <inkml:trace contextRef="#ctx0" brushRef="#br0" timeOffset="378183">13561 1458 8191,'38'-24'0,"1"-1"0,-1 1 0,0 0 0,-8 0 0,3 5 0,13 9 0,15 5 0,5 2 0,-5 4 0,-17 1 0,6 13 969,0-5 1,10 5-1,-10 13-969,-25 9 0,-7 13 0,-5 5 0,-3-3 0,0-10-440,0-3 1,-1 0 439,5 5 0,4 10 0,1 3 0,-5-7 0,-8-16 3034,-13-11-3034,-12 13 0,-11 13 0,-2 2 0,6-11 0,11-13 0,-5-3 0,-9 2 0,-12 6 0,-6 1 0,-1-2 0,5-6 0,10-12 0,-17-18 1512,8 3 0,-6 1 1,1-11-1513,7-15 0,-1-12 0,5-1 0,8 8 0,-6-7 0,7-1 0,-7-14 0,1 8 0,10 29 0,11 48 0,8 27 0,7-12 0,9-19 1356,-11 11 1,-6 19 0,-3 7 0,-1-4 0,2-13-1357,0-10 0,0-3 0,3 8 0,0 5 0,-2-11 0,-5-8 0</inkml:trace>
  <inkml:trace contextRef="#ctx0" brushRef="#br0" timeOffset="378601">13314 3017 24575,'0'0'0</inkml:trace>
  <inkml:trace contextRef="#ctx0" brushRef="#br0" timeOffset="387036">5514 930 24575,'-2'53'0,"-1"-1"0,0 0 0,1 0 0,-1 0 0,1 0 0,-1 0 0,1 0 0,-1 0 0,0 0 0,1 5 0,-1-5 0,1-3 0,0 0 0,-1 2 0,0 3 0,0 7 0,0 0 0,0-6 0,1-13 0,1-21 0,1-18 0</inkml:trace>
  <inkml:trace contextRef="#ctx0" brushRef="#br0" timeOffset="388034">5435 1076 24575,'-44'23'0,"0"0"0,0-1 0,0 1 0,-6 2 0,1-2 0,6 3 0,-3 13 0,10-3 0,12-16 0,-12 14 0,0 1 0</inkml:trace>
  <inkml:trace contextRef="#ctx0" brushRef="#br0" timeOffset="389267">4839 2193 24575,'57'6'0,"0"0"0,-1 0 0,1 1 0,-1-1 0,1 0 0,0 0 0,-1 0 0,6 0 0,-3 0 0,-2-1 0,-3 0 0,-4 1 0,15 3 0,-5-1 0,-22-3 0,-27-5 0,35 0 0,-32 0 0,19 0 0</inkml:trace>
  <inkml:trace contextRef="#ctx0" brushRef="#br0" timeOffset="410198">4968 11757 24575,'5'-57'0,"1"0"0,-1 1 0,-1 11 0,1-8 0,-1-4 0,1-2 0,0 1 0,-1 4 0,0 6 0,-1 10-4231,1-8 0,0 1 4231,0 5 0,0-7 0,0-5 0,1-2 0,-2 0 0,-1 2-604,-1 1 0,-1-3 0,0 0 0,-2 3 1,1 5-1,1 6 604,-1-4 0,1-1-230,0 1 0,-1-13 0,0-5 1,1 4-1,-1 12 0,1 20 230,0 20 0,0 0 0,1-24 0,1-20 0,1-5 0,-1 13 0,3-10-149,0 14 1,2-14-1,1-7 1,0 0 0,0 8-1,-2 16 149,5-4 0,2-4 0,1-9 0,-5 18 1400,-8 26-1400,2-4 0,-1-33 0,0-22 0,-1 11 0,1 9 0,-2 11 0,1-10 0,1-2 0,0 4-831,2-2 0,2 1 0,-2 8 831,-1-7 537,2 1 0,1-7 1,0 16-538,-3 22 0,1 5-309,4-29 0,5-25 0,0-4 0,-3 14 309,-5 22 0,0 1 251,5-22 1,3-14 0,-1 5 0,-5 21-252,-7 26 3177,0 5-3177,4-28 0,4-18 0,-1 9 0,-2 7 424,-1-2 0,3-8 0,4 7-424,7 13 0,0 8 0,-3 6 0,21-31 2832,-30 43-2832,29-31 0,5-9 0,-16 21 0,11-16 0,5-1 0,-3 15 0,-5 7-542,-15 6 542,23-10 0,-6 8 6516,-32 17-6516,28 28 0,6 5 0,-16-14 0,-16 14 0,-8 10 0,-3-11-1272,-7-16 1272,-19 4 0,-8 9-1397,13 9 0,0 12 0,2 0 0,4-12 1397,5-15 0,0-1-755,-8 19 1,-7 12 0,3-3 0,11-18 754,12-21 0,-1-8-541,-4 19 0,-5 21 1,-4 12-1,-1 3 1,2-6-1,4-13 541,0-3 0,0 0 75,0-2 1,-3 7-1,-1 6 1,-1 3-1,2 1 1,2-1-76,5 0 0,1 4 0,1 2 0,2 0 0,1-4 0,-1-5 0,2-9 0,-2-3 0,1-7 0,0 6 0,-1 9 0,-2 14 0,0 6 0,-1 1 0,2-8 0,2-14 0,3-23 2157,3-18-2157,0 20 0,-2 23 0,0 9 0,0-1 0,0-14 0,1-11 0,0 0 0,0 11 0,-2 12 0,1 3 0,1-8 0,0-19 0,1-17-759,1 24 1,3 22-1,-1 3 1,0-13 758,-2-20 0,0 0 71,2 20 1,1 14 0,-1-5 0,-2-25-72,-1-29 0,0 0 0,13 44 0,2 8 1941,-8-26-1941,7 17 0,2 10 0,-6-11 0,0 2 0,-2-9 0,5-2 0,-3 8 0,0 9 0,-2-20 3577,-5-30-3577,19 42 0,3 7-1961,-14-25 1961,15 24 0,-5-5 1475,-21-34-1475,-31-21 0,-7-5 0,15 13 1889,-25-15 1,-15-11 0,13 5-1890,16 8 0,-10-8 0,-10-6 0,14 7 0,23 11 0,-31-21 0</inkml:trace>
  <inkml:trace contextRef="#ctx0" brushRef="#br0" timeOffset="418058">12871 11537 8191,'8'-6'0,"-3"0"0,10-23 0,5-14 0,-2 5 0,-2 1 0,-9 4 0,-2-14 0,1-11 0,-1-4 0,0-2 0,-1 3 0,-1 8 0,-1 13 0,-1-5 0,-2 1 0,0-3 0,-1-14 0,0-6 0,-1 4 0,1 13 0,1 22 0,0 21 0,-5-23 0,-7-19 0,0-5 0,3 13 0,1-6 507,-2 10 0,-3-8 1,3-4-1,7 3-507,13 2 0,9-2 0,1 4 0,-4 7 2118,3-17-2118,-5 15 0,4-10 0,1-1 0,-2 7 0,7-10 0,-4 9 0,-6 7 0,7-8 0,1-2 2041,-12 16 0,2 3-2041,10-2 0,1 0-671,-6-4 0,-1 1 671,22-14-1411,-22-4 0,-5 2 1411,-5 18 372,1-9 1,1-14-1,-1 0 1,-3 14-373,-3 12-800,-4-16 1,-5-17 0,0-1 0,0 16 799,-1 9 0,0-2 0,-1-8 0,1 3 394,0 5 1,3-2-395,3-1 0,1-5 0,1-2 0,-1 4 342,-5-14 1,0 0-343,4-2 0,1-3 0,1 23 2098,2 32-2098,5-25 0,4-16 0,-1 7 0,1 7 0,3-10 0,5-18 0,1 1 0,-4 18 0,-1 14 0,6-18 0,0-5-618,-11 20 0,-2 5 618,-3 7 1608,4-7 1,3-2-1609,15-19 0,-13 34-1326,28-14 0,17-7 1,-10 8 1325,-12 13 0,2-2 0,8-2 0,-5 7 1988,-4 14 1,-5 5-1989,4 9 0,1-1 0,-4 2 0,-18 3-950,-24 25 1,-15 18 0,3-12 949,3-8 0,0-2 0,-3 11 0,1 6-506,7-11 0,2 8 1,0 2-1,0 0 1,2-5-1,1-10 506,-2 2 0,0 0 505,2-3 1,-2 7 0,-1 6 0,0 2-1,1 0 1,2-3-506,2-2 0,2 2 0,0-1 0,1-1 0,0-6 0,1-7-1517,0 5 0,-1-1 1517,0 1 0,-1 12 0,-1 6 0,0-4 0,2-10 0,1-18 3034,3-16-3034,1 14 0,0 16 0,0 13 0,1 4 0,-1 0 0,1-6 0,-1-13 0,0 5 0,0 0 0,0-8 0,0 8 0,0 6 0,0 2 0,0 0 0,1-2 0,-1-5-607,0 5 0,0-1 0,0-3 1,0-4-1,0-8 607,0-4 0,0 0 178,0 9 1,0 12-1,0 3 1,1-7-1,-2-18-178,0-15-581,-1 25 0,0 22 0,-1 5 0,1-14 581,0-19 0,0 0 277,0 18 1,-2 14-1,1-5 1,3-21-278,1-25 0,5 24 0,2 16 0,-2-8 0,1 3 0,1-8 0,0 7 0,-5-2-369,-9 4 0,-4-9 369,6-12 1254,-4 13 1,0 8-1255,4-9 0,0 3 0,1-5 792,-2-4 1,0 0-793,0 18 0,-1 7 0,-10-20 2268,-10-31 1,-6-10-2269,-21-5 0,0-8 568,16-9 0,2-1-568,-6 4 0,-2 3-1638,3 3 0,-1 1 1,7 3 1637,0 0 0,-1 0 0,-6-2 0,1-3-1643,-9-15 0,9 1 1643,13 13 0,-22-16 0,5 4 0,34 23 2526,24-5-2526,-7-44 567,3 11 0,2-7 0,-2 5 0,-4 4 0,-3 0 0,2-18 1,-1 0-1</inkml:trace>
  <inkml:trace contextRef="#ctx0" brushRef="#br0" timeOffset="426427">11819 12044 22129,'-49'31'0,"1"1"0,0-1 0,7-10 0,4-1-2321,-8 18 0,11-6 2321,28-26-1457,-10 22 1,-6 14 0,3-6 1456,1-5 0,1-1 0,-3 6 0,3 3-539,2 7 0,3 2 0,2-9 539,2-1-765,-3 8 1,-3 8 0,6-18 764,8-29-255,3 23 1,4 20 0,1 3 0,-2-11 254,1 5 0,-1-5 0,4 11 0,-2-3 0,-2-20 0,-5-23 0,28 21 0,20 14 0,-8-7 0,-7-5 0,5 6 0,8 5 0,-14-15 0,-23-22 264,29 13 1,18 10-1,-9-5-264,-5-6 0,-5-2 0,15 6 0,8 3 0,1 0 0,-8-3 0,-15-7 0,12-1 0,-10 0 0,13 4 0,-4-1 0,-21-8 2422,-22-7-2422,33-1 0,21 0 0,-10 0 630,-8 0-630,8 0 0,12 0 0,-22 1 2008,-34 0-2008,28 0 0,22 0 0,5-1 0,-14 1 2041,6 0-2041,-12 2 0,11 1 0,3-2 0,-2-4-993,-3-7 0,0-5 0,-2 0 1,-10 3 992,-10 5 0,-1 0 260,18-4 1,12-4-1,-5 0 1,-22 3-261,-25 3-1001,29-11 1,18-6 0,-7 4 1000,-6-1-148,5-1 0,7-5 1,-18 13 147,-29 15 2782,-4-5-2782,13-28 0,10-19 0,-4 8-80,-6 7 80,5-9 0,4-9 0,-10 18 4120,-13 31-4120,-1-38 0,0-24 0,0 12-1304,0 11 1304,0-9 0,-2-12 0,2 26 0,0 35 0,-13-33 0,-10-22 0,3 10 2561,4 10-2561,-1 7 0,-9-13 0,-4-7 0,-1 1 0,3 8 0,7 13-2812,-10 1 2812,-5-9 0,-8-7 0,18 16 0,22 24 0,-3 4 0,-29-16 0,-18-11 0,9 6 0,7 7 0,-9-8 0,-8-5 0,19 12 0,31 17 0,-35-10 0,-24-7 0,11 3-2334,9 4 2334,-9-3 0,-12-4 0,24 8 2209,35 10-2209,-24-3 0,-20-4 0,-4 0 0,12 2 210,-5-1-210,5 0 0,-12-1 0,4-1 0,20 4 0,24 3 0,-29-2 0,-25-1 0,-6-2 0,15 3-816,20 1 0,0 0 816,-21-2 0,-14-1 0,3 0 0,24 2 0,26 3 0,-24-1 0,-22 0 0,-3 0 0,15 1 4359,-4 3-4359,2-4 0,-17-1 0,5 4 0,24 10-4537,36 38 4537,-17-25 0,22 22 1681,9-11 1,1-5-1682,-7-9 0,20 30 0,1-2 0,-18-34 0,11 5 0,0 2 0,-7 6 0,0-17 0,-4 13 0</inkml:trace>
  <inkml:trace contextRef="#ctx0" brushRef="#br0" timeOffset="447928">14243 11846 24575,'-5'-38'0,"0"0"0,2 1 0,0-10 0,-1-7 0,0-4 0,0-1 0,1 2 0,0 5 0,0 8-3277,0-11 0,1 8 0,-1-7 3064,1 6 0,-1-8 0,0-4 0,0-2 1,-1 1-1,0 3 0,-1 6-326,-3-9 0,-1 2 1,0 7-1,1 8 539,3 8 0,-1 0 538,-3-12 1,-2-10 0,1-2 0,4 5-539,5 0 0,4 4 0,-1 8-3034,-3-6 3034,2-1 0,2-9 0,-2 22 3034,-1 31-3034,11-40 0,3-7 2680,-8 24-2680,6-17 0,4-7 0,5 3 0,0 7 0,-5 13-1307,7-15 0,5-12 0,-7 15 1307,-10 20 0,6-8 0,-1 3 3921,-13 18-3921,19-12 0,4-1 0,-10 7 0,7-6 0,2 3 0,9 15 0,-21 2 928,27 12 1,3 6-929,-13 1 2261,-9 18 0,-1 15 1,-5 6-2262,-10-8 0,-5 5 0,-3 4 0,0-2 0,1-5 0,1-5 0,0-5 0,0 1 0,-1 8 0,1-4 0,-1 8 0,-1 6 0,0 3 0,1 0 0,-1-3 0,1-5 0,0-7 0,1-12-2441,0 4 0,1-3 2441,0 7 0,-1 8 0,0 6 0,1-2 0,-1-5-1723,0 12 1,0-5 0,0-11 1722,1 5 0,-2-3 0,0 12 0,3-2-1152,5-6 0,3-1 1,-2-10 1151,-2 3 0,2 1 0,2 11 0,-3-14 0,0-14 0,-5 2 0,8 2 2183,-9-5-2183,-6 1 0,-2-1 0,4-4 907,-9 22 0,1-2 1,10-30-1,-6 22 1</inkml:trace>
  <inkml:trace contextRef="#ctx0" brushRef="#br0" timeOffset="449992">14543 13522 24575,'-4'-55'0,"0"0"0,0 0 0,0-1 0,2 24 0,-1-1 0,0-12 0,-2-10 0,1-3 0,0 6 0,0-3 0,1 3 0,1 10-1991,0 0 1991,1-3 0,-1-10 0,-3 1 0,-5 7 0,-1 2 0,1 6 0,2-12 119,-1 9 1,-4-12 0,-2 2 0,2 16-120,-3 13 0,5-8 0,-3 7 0,-26 41 0,16-2 0,-1 1 0,-15 7 0,0 8 0,73-64 0,-21 24 756,7-11 0,7-5-756,7-1 0,5-2 0,-5 4 0,5-5 0,0-2 0,8-4 0,-7 22 0,-9 53 0,-5 10-2825,8-30 2825,-7 27 0,-8 6 0,-15-2 0,-2-34 0,2 30 0</inkml:trace>
  <inkml:trace contextRef="#ctx0" brushRef="#br0" timeOffset="461348">8023 12872 24575,'-50'6'0,"-1"0"0,1-1 0,-1 1 0,1 0 0,2-2 0,2 0 0,1 0 0,1 5 0,0 6 0,-1 4 0,4 1 0,8-4 0,-11 7-1405,11-6 1,-11 4 0,-9 5-1,-2 0 1,2 0 0,7-3-1,11-6 660,5 0 0,1-2 745,-18 9 0,-14 5 0,6-1 0,26-12 2818,26-12-2818,-10 43 0,0 11-513,4-27 513,-5 18 0,3 13-950,11-16 1,4 6 0,1-3 0,0-9 949,1 16 131,-3-12 1,0 12-1,1-5 1,0-19-132,2-23-679,18 20 1,16 17-1,3 4 1,-9-11 678,-14-15 0,1 0 0,9 14 0,7 9 0,4-2 0,0-11-35,6-16 0,2-9 0,-7-2 35,10 6 380,-16-9 0,11 0 0,9 0 1,4-1-1,1-1 0,-3 0 0,-7-1-380,1-2 0,-4-1 0,-2-1 0,1 0 0,1 0-104,8 1 1,2-1 0,0 0 0,-2 0 0,-4 0 103,0 0 0,0 0 0,-9 0 0,-16 1 0,-18 2 0,26-5 0,22-7 0,4 0 0,-14 2 0,-18 4 0,0 0-213,18-4 1,14-2 0,-5 1 0,-21 4 212,-26 4 0,-2 3 0,27-17 0,19-13 0,-10 4 444,-9 5-444,10-3 0,9-5 0,-23 9 3523,-30 14-3523,9-25 0,6-17 0,-3 6 0,-4 1-145,-1 5 0,2-14 0,1-8 0,0 0 1,-1 6-1,-4 14 145,-1-16 0,1 11 0,1-11 0,-1 4 0,-2 20 0,-2 23 0,-15-29 0,-13-19 0,4 9 0,3 7-102,-4 13 1,-12-10-1,-7-3 1,-1 1-1,5 6 1,10 10 101,-11 1 0,-11 0 0,-12-3 0,23 7 0,33 11-468,-2 5 468,-1-1 0,-32-9 0,-6-1 0,21 7 2152,-14-5 0,-8-3-2152,5 0 0,-1-3 0,8 3-2093,3 0 2093,-5-2 0,-9-2 0,10 6 5400,9 11-5400,2 7 0,-6 1 0,-10-4 0,-10-1 0,-1 0 0,7 1 0,0 5 0,2-2 146,-14-2 1,-5-3-1,27 0 1,33-2-1,2 0 1</inkml:trace>
  <inkml:trace contextRef="#ctx0" brushRef="#br0" timeOffset="468221">5119 7061 24575,'53'-12'0,"0"0"0,0 0 0,0 0 0,0 0 0,-6 0 0,3-2-1229,-11 4 0,11-4 0,7-2 0,2-1 1,0 0-1,-4 2 0,-9 1 0,-12 4 484,-5 0 0,-3 0 745,13-4 0,8-5 0,1 0 0,-10 1 839,-6-2 1,-8 3-840,-5 3 373,12-8 1,-7 4 0,-23 14 0,2 1 0</inkml:trace>
  <inkml:trace contextRef="#ctx0" brushRef="#br0" timeOffset="471184">9964 6425 24575,'35'41'0,"1"-1"0,0 1 0,0 0 0,-1-1 0,1 1 0,0-1 0,0 1 0,0-1 0,0-2 0,-6-8 0,8 9 0,-11-8 0,6 6 0,5 7 0,3 3 0,1 1 0,0 1 0,-1-2 0,-3-4 0,-5-6 0,-5-7 0,-8-9 0,13 4 0,3 7 0,6 7 0,-14-17 0,-21-22 0,-1 0 0</inkml:trace>
  <inkml:trace contextRef="#ctx0" brushRef="#br0" timeOffset="475597">9814 9363 24575,'25'40'0,"1"0"0,-1 0 0,-4 5 0,2 10 0,1 3 0,-3 0 0,-2-7 0,-6-11-4916,-5-9 1,-1-1 4542,8 21 1,5 14-1,-1-4 1,-9-21 372,-9-26 2818,1-3-2818,3 18 0,1 20 0,2 8 0,-2-2 0,0-12-1409,-3-10 0,1 1 1409,1 3 0,2 7 0,-1 5 0,1 2 0,-1-2 0,-2 2 0,0 2 0,-1-1 0,0 0 0,-1-2 0,0 2 0,0-3 0,-1 1 0,1 2 0,1 4 0,1 5 0,0 0 0,0-3 0,-2-6 0,1 0 0,0-5 0,-6-4-975,-13 8 1,-2-7 974,7-10 406,-2 3 1,-6 12 0,0 1 0,5-14-407,1-5-732,1 6 0,-3 13 0,0 1 1,3-14 731,1-2 0,-1 10 0,1 8 1463,4 0 1,3-6-1464,2-18-444,-20 8 1,-13 7 0,5-14 443,8-24 0,-22 6 0,0-13-691,27-33 0,7-6 691,-1 11 0,-2-13 0,6 4 0,11 29 0,3-22 0,3-18 0,-2-8 0,-6 0 0,-8 5 0,-7-2 0,-2-2 0,0 0 0,6 1 606,8 6 1,3 0 0,2 0 0,-1 0 0,-5-3-607,-5-5 0,-5-6 0,-2-2 0,1 4 0,1 10 0,5 14 4537,5 1-4537,-4 2 0,-3-15 0,-3-10 0,-1-3 0,0 1 0,2 8 0,2 13 0,0 6 0,0 1 0,-4-13 0,-4-15 0,-1-2 0,2 10 0,7 24 0,6 22 0,10-42 0,2-8-1236,-7 25 1236,3-21 0,9-3-2064,15 20 1,0 9 2063,-9 4 0,14-12 0,-6 5 4127,-25 23-4127,7-25 0,3-19 0,-6 2 0,-11 9 0,-6 1 0,6 0 0,16-5 0,6 1 0,-7 2 0,-23-8 0,3 19 0,29 50 0</inkml:trace>
  <inkml:trace contextRef="#ctx0" brushRef="#br0" timeOffset="483799">4519 15198 24575,'30'-16'0,"3"-4"0,15-9 0,7-4 0,3-2 0,-6 3 0,-12 8-4916,-3 3 1,0-1 4666,-2 1 1,7-5 0,4-3 0,2-2-1,1 2 1,-2 2-112,0 2 1,2 1 0,0 0 0,-2 1 0,-5 3 0,-7 2 359,1-1 0,0-1-147,3 1 1,12-7-1,6-1 1,-4 0 0,-11 6-1,-18 8 147,-18 7 0,0 5 0,25-23 0,17-21 0,4 5 1011,-4 16 1,2 5-1,2-6-1011,-14 0 0,1-5 0,0-1 0,0 1 0,-2 4 1512,11-1 0,-1 4 1,-7 2-1513,-7 2 0,-8-1 0,-6-7 6784,23 10-6784,2-16 0,-10 17 0,-1 1 0,7-5 0,-5 5 0,8 1 0,9-8 0,-85 21 0,-19 3 0,-4 3-1696,8-2 0,-14 0 0,1 0 0,16-1 1696,8-1 0,0-1 0,-8 2 0,6-2-4537,-10 0 4537,30 0 0,-35 3 0,84-4 0,31-2 0,-11 2 0,-19 2 0,10-4 0,17-4 0,-3 3 0,-18 10 0,-20 29 0,27-23 0,-36 24 0,-12 15 0,0-10 0,1-12 0,1 14 0,0 7 2268,2-2 1,-3-1-2269,-10 2 0,-2 3 0,11-11 0,1 2 0,-2-4 0,-10 5 0,0-11 0,10-22 0</inkml:trace>
  <inkml:trace contextRef="#ctx0" brushRef="#br0" timeOffset="487403">7883 5658 24575,'-42'36'0,"1"0"0,5-9 0,-1 5-1967,8 1 1,-3 8 0,-1 3 0,2-3 0,5-8 1221,3-8 0,-1 1 314,-4 9 0,-7 10 0,-1 3 0,5-9 0,12-18 431,13-18 2155,0 4-2155,-13 16 0,-11 15 0,-4 5 0,4-6 0,-6 4 0,-2-3 0,-2-7 0,-3 1 0,5-9 0,-6-2 0,43-56 0,14-25 0,0 11 0,-4 18 2268,6-27 1,1 19-2269,-8 60 0,-1 15 0,1 12 0,0 3 0,-1-3 0,-1 3 1696,0-5 0,1 6 0,0-2 0,-2-14-1696,2-6 0,20 9 0,5-12 0,-8-38-2262,11-9 1,9-8 0,-7 5 2261,-3 2 0,6-7 0,-4 2 0,-24 20 0,13-16 0,1-1 0,-9 9 0,6-7 0,1 0 0</inkml:trace>
  <inkml:trace contextRef="#ctx0" brushRef="#br0" timeOffset="492708">7455 7412 24575,'54'8'0,"-1"0"0,0-1 0,1 1 0,-1 0 0,1 0 0,-1 0 0,0 0 0,1 0 0,-1 0 0,1 0 0,-1 0 0,0 0 0,1 0 0,4 1 0,-12-1 0,0 0 0,12 1 0,-15-3 0,6 2 0,6 1 0,3 1 0,4 1 0,1-1 0,1 0 0,0 0 0,-2-2 0,-4 0 0,-3-3 0,-6-1 0,-6-2 0,22-6 0,-8-4 0,-8-1 0,-7 2-4252,-8 3 1,0 1 4251,17-5 0,15-1 0,-6 0 0,-24 4 1719,-26 4-1719,34-7 0,21-6 0,-10 3-4537,-11 3 4537,9-3 0,11-1 0,-20 4 0,-30 8-1517,30 1 0,3 1 1517,-11-1 1300,11-1 1,-5 2-1301,-33 1 0,-3-2-1446,38-1 1,7 0 1445,-24-1 0,18 0 0,5-1 1445,-10-1 1,-2 1-1446,-5 2 0,0 1 2161,30-2 0,-22-3-2161,-68-3 0,-29-3 0,11 2-3889,18 1 3889,-11 0 0,-17-1 0,3 0 0,20 3 0,23 2 2707,-4 2-2707,3-1-562,-19-3 1,-22-2-1,-14-1 1,-6 0-1,-1-1 1,9 1-1,14 2 562,-6 0 0,1 0 0,15 1 0,-8-2 0,-4 0 0,-4-1 0,-1 0 0,0 1 0,3 2 0,5 1 0,-9 3 0,0 2 0,4 1 0,4 0 0,9 0 0,2-1 0,1-1 0,-10 1 0,-14 1 0,-1-1 0,10 0 0,22 0 1224,23-1-1224,-37 0 0,-25 2 0,11-1 275,8-1-275,-7 1 0,-12 0 0,24 0 0,35-1 0,-23 3 0,-21 4 0,-3 0 0,13-2 2082,-7 0-2082,7 1 0,-13 1 0,4-1 0,22-2 0,25-4 0,-33 1 0,-23 3 0,11-1 5202,9-1-5202,-8 1 0,-17 2 0,2 0 0,20-2-2503,20 0 2503,-15 0 0,-2 2 3198,8 0-3198,54-4 0,31-2 0,18-1 0,5-1 0,-7 2 0,-20 0-5768,9 5 5768,-18-4 0,15-1 0,8 0 0,1-1 0,-4 1 0,-11 0 0,-19 1-3857,-12 1 3857,-2 1 1371,0-2-1371,19 0 0,19 0 0,13 0 0,2 0 0,-5 0 0,-15 0-1517,-4 0 0,0 0 1517,5 0 0,15 0 0,7 0 0,-5 0 0,-13 0 0,-24 0 3034,-22 0-3034,27 1 0,23 0 0,6 1 0,-14-1 0,-18 0 0,0 0 0,18 0 0,12 1 0,-3-1 0,-21 0 0,-25-1 0,19 0 0,15 1 0,2-2 0,2 0 0,5 0 0,1-1 0,-4 1 0,6 0 0,-3 1 0,1-1 0,-9 0 0,2-1 0,-1 1 0,0 2 0,1 5 0,0 3 0,-3 0 0,-7-2 726,-8-2 1,0 1-727,14 2 0,12 2 0,-5-1 0,-18-3 0,-23-6 0,2 3-1172,25-1 0,17-1 1,-9-1 1171,-7 1 0,9 0 0,8 0 0,-18-1 3515,-30 0-3515,34-1 0,23-1 0,-11 0-1277,-10 0 1277,4 0 0,12-1 0,-2 3 904,-6 3 0,-3 2 0,-9 1-904,-3 0 0,-82-15 0,-10 3-363,25 1 0,-12-2 0,-10-1 1,-6-2-1,-4 0 0,-2-1 0,1 0 1,2 1-1,6 0 0,8 2 0,9 1 363,-18-3 0,2-1 137,15 4 1,-7-3 0,-5-2 0,-3 1 0,-3 0 0,1 2 0,2 3 0,3 3-138,-8 6 0,-1 4 0,0 4 0,4 0 0,5 0 0,9-2-1517,-4 0 0,-1 0 1517,-1-1 0,-15 2 0,-6 1 0,4 0 0,11-2 0,23-4 3034,18-1-3034,-16 0 0,-18 3 0,-11 0 0,-2 1 0,4-1 0,14-2 0,2 1 0,-1 0 0,-1 0 0,-13 0 0,-5 2 0,3-1 0,11-1 0,20-2-1349,17-2 1349,1-2 0,-36 5 0,-24 3 0,12-1 0,10-2-803,-12 0 1,-11 2 0,28 0 802,38-4 2676,-1-3-2676,-28 7 0,-10 0 232,6-5 1,-1-1 0,-7 5-1,1-1 1,-9-5 0</inkml:trace>
  <inkml:trace contextRef="#ctx0" brushRef="#br0" timeOffset="494683">8644 12835 13478,'-49'-11'0,"1"0"0,0 0 0,-1 0 0,1-1 0,-1 1 0,1 0 0,-2-7 0,6-1 0,1 1 0,-1 7-506,-21 9 0,0 6 0,24 2 506,32-2-308,-17 11 1,-17 13 0,-8 5-1,3-1 1,10-7 307,9-6 0,0 0 0,-8 5 0,-10 8 0,-3 0 0,7-4 0,15-11 0,14-11-163,-23 14 0,-18 12 0,-5 3 0,14-8 163,16-10 0,0-1 305,-18 6 1,-14 4 0,7 5 0,28 4-306,37 3 0,26 7 0,11 2 0,0-3 0,-12-9-387,-11-7 0,1 1 387,8 8 0,9 13 0,3 1 0,-6-8 0,-13-18 3034,-13-20-3034,15 5 0,19 7 0,10 3 0,3 1 0,-5-2 0,-13-5 0,-2 0 0,1 0 0,2 2 0,12 4 0,6 2 0,-3-1 0,-11-5 0,-19-7-571,-17-9 571,6 3 0,21-3 0,20-3 0,2 0 0,-12 1 0,-17 1 0,-1-1-712,19 0 1,14-1 0,-4-1 0,-23 2 711,-27 2 0,21-7 0,18-5 0,10-3 0,-3 0 0,-13 5 0,-11 3 0,0 0-228,11-3 1,13-3-1,2 0 1,-9 0-1,-21 3 228,-21 4 0,8-20 0,6-21 0,3-8 0,-2 2 0,-4 12 0,-4 9 0,-1 1 0,6-7 0,6-11 0,0-2 0,-6 3 0,-11 10 0,-19 3 0,-3 10 0,8 5 0,-7-8 0,0 0 0</inkml:trace>
  <inkml:trace contextRef="#ctx0" brushRef="#br0" timeOffset="497110">6739 12232 24575,'-43'-16'0,"-1"0"0,1 0 0,-6-3 0,-1 0 0,-10 4 0,20 14 0,-5 3 0,0 4 0,2 1 0,-6 6 0,2 2 0,-3-1-1039,1-7 0,-4-3 0,2 1 0,5 2 1039,-8 10 0,4 8-1591,7 6 1,0 5 0,9-6 1590,-1-3 0,-5 7 0,-8 8 0,18-19 0,24-22 0,0 32 0,3 26 0,0-10-2808,-2-9 2808,0 8 0,1 10 0,1-19 1622,3-30-1622,-1 37 0,0 23 0,1-12 759,2-13-759,-5 14 0,0 13 0,6-32 0,3-38 0,23 7 0,19 6 0,6 2 0,-13-4-1296,7-1 1296,-8 1 0,11 4 0,-2-2 0,-17-6 0,-19-7-814,26-3 0,20-3 0,5-1 0,-13 2 814,-18 2 0,0-1-46,18-1 1,15-2-1,-6 1 1,-21 0 45,-27 3 0,1 1 0,29-13 0,19-8 0,-11 2 0,-3 1 0,3 1 0,10-4 0,-22 5 1128,-32 8-1128,-1 5 1085,19-27 0,12-23 1,2 0-1086,-12 17 0,2 0 0,0 0 0,-1-1-553,3-4 0,0-1 0,0 0 0,-3 2 553,9-2 0,-3 2 0,-22 5 1414,-32 6 0,-20 5 0,-3 3-1414,4 6 0,-3 4 0,-1 0 0,2-3-641,-8-11 1,3-4 0,0 6 640,-7 9 0,0 4 0,21 3 0,28 5 0,-10-15 0,9 12 0,-8-8 0</inkml:trace>
  <inkml:trace contextRef="#ctx0" brushRef="#br0" timeOffset="585869">10029 9029 24575,'-41'-2'0,"1"0"0,2 6 0,-11 3 0,-6 2 0,-2 2 0,2 0 0,6-1 0,10-2-4916,-7 2 1,2 1 4666,0 0 1,-13 2 0,-4 1 0,3-1-1,10-2 1,19-4-133,15-4 381,0 3-218,-16 4 1,-18 6-1,-12 4 1,-6 3-1,0-1 1,8-2-1,12-4 218,-4 2 0,0 1 0,9-6 0,-8 2 0,-5 1 0,-4 2 0,-1 2 0,1 2 0,3 3 0,6 2 0,-1 3 0,-2 4 0,1 2 0,0 0 0,3-1 0,3-2 0,5-3 0,5-6 0,-4 3 0,8-5 0,-8 5 0,1-1 0,-11 7 0,-6 5 0,-4 1 0,0 1 0,3-3 0,8-4 0,10-7 0,14-10 153,8-3-153,-7 2 0,3 5 0,-9 9 0,-7 9 0,-5 7 0,-4 3 0,0 1 0,0 0 0,4-4 0,4-5 0,8-8 0,-8 8 0,8-7 0,-8 7 0,9-10 0,-6 4 0,-4 3 0,-2 3 0,-2 2 0,0 1 0,1 2 0,3-1 0,3 1 0,5-2 0,2 7 0,3 3 0,2 1 0,3 1 0,2-2 0,1-3 0,1-5 0,2-5 0,-4 2 0,3-6 0,-2 7 0,0 2 0,-4 11 0,-3 8 0,-1 2 0,2-2 0,3-6 0,5-12 0,7-16-1117,8-7 1117,0 21 0,1-5 0,2 15 0,-1 11 0,2 5 0,-1-2 0,0-8 0,0-12 0,0 4 0,1 1 0,-3-13 0,-1 10 0,0 6 0,0 4 0,3 1 0,2-3 0,6-3 0,4-8-348,12-1 1,9-4 0,4-4 0,0-2 0,-2-3-1,-8-3 348,5 12 0,0 1 0,-3-8 0,8 9 0,4 2 0,-2-2 0,-7-7 0,-12-12 0,-7-8-16,10 3 0,14 10 0,10 5 1,4 4-1,0-1 0,-6-5 0,-10-6 16,6 4 0,0 0 0,-7-5 0,11 8 0,6 4 0,0-1 0,-6-4 0,-9-9 0,-17-12 0,-12-12 0,13-4 0,18-4 0,13-4 0,8-2 0,5-1 0,1 0 0,-4 0 0,-7 3 0,-13 2 0,4-1 0,-9 2 0,10-2 0,-6 1 0,10-2 0,7-1 0,4-2 0,0 1 0,-2-1 0,-4 2 0,-8 1 0,-10 3 0,13-3 0,-12 1 861,-14 4 0,7-5-861,-9 1 0,7-5 0,6-3 0,7-4 0,4-3 0,4-2 0,4-3 0,1-1 0,3 0 0,0-2 0,0 1 0,-1 0 0,-2 0 0,-2 3 0,-4 1 0,-4 2 0,-5 4 0,-6 3 0,18-10 0,-11 6 0,-3 1 0,3-1 0,10-7 0,-19 11 0,4-1 0,4-2 0,4-1 0,2-1 0,2-2 0,1-1 0,2 0 0,0-1 0,0-1 0,0-1 0,-2 0 0,-1 0 0,-2 0 0,-3 0 0,-4-1 0,-3 1 0,-4 0 0,8-14 0,-4-3 0,-4-2 0,-4 0 0,-2 0 0,-2 2 0,-3 2 0,0 4 0,-1 5 0,3-2 0,-4 6 0,0 0 0,4-6 0,-1-1 0,8-8 0,2-6 0,3-2 0,-1 0 0,-4 4 0,-4 7 0,-9 10 0,-9 13 0,-9 9 0,6-5-173,-8-8 1,-3-16 0,-3-12 0,-2-9 0,-2-5 0,0-3 0,0 2 0,0 4-1,2 9 1,2 10 172,0-8 0,1 11 0,-2-12 0,1 10 0,0-11 0,-2-8 0,-1-4 0,0-2 0,1 2 0,-1 4 0,1 9 0,1 10 0,1 15 0,-7-4 0,8-7 0,0-17 0,0-9 0,1 3 0,0 13 0,-3 3 0,1 0 405,3 1 1,1-10 0,-1-3 0,-2 1 0,-3 6-406,-6 4 0,-4 1 0,0 5 0,3 7 0,-6-17 0,6 12 0,-4-11 0,1 3 0,5 21 0,4 22 0,-17-11 0,-18-9 0,-8-4 0,2 1 0,12 6 0,7 5 0,1 1 606,-5-5 1,-6-5 0,-6-2 0,-2 3 0,0 7-607,-8 8 0,-4 6 0,-2 4 0,6 1 0,10-1-1517,3-2 0,1-1 1517,0 2 0,-11-1 0,-6 0 0,3 0 0,10 1 0,16 1 0,12 2 0,-1 2 3034,2-1-3034,-5 4 0,-13 5 0,-11 3 0,-8 2 0,-6 3 0,-3 0 0,0 1 0,2-1 0,4-1 0,8-2 0,10-4-1012,-14 5 1,12-3 0,-12 3 1011,15-5 0,-7 0 0,-5 1 0,-5 1 0,-2 1 0,-1 1 0,1 1 0,2 1 0,3 1 0,6 0 0,7 2 0,-11 13 0,7 6 0,5 0 0,5-3 0,4-8 0,0-2 0,-1-1 0,-5 7 0,-9 10 0,-3 2 0,7-7 0,14-14 0,12-15 0,2 4 0,-18 14 0,-11 10 0,7-6 0,5-3 0,-3 1 0,1 0 0,-1 1 0</inkml:trace>
  <inkml:trace contextRef="#ctx0" brushRef="#br0" timeOffset="612814">16134 7171 24575,'-32'41'0,"1"0"0,0 0 0,0-1 0,0 0 0,8-12 0,12-14-1405,-7 11 1,-11 16 0,-7 10-1,-3 6 1,0-1 0,3-5-1,8-11 908,3-4 1,5-7-1,-7 9 301,3-4 0,-7 8 0,-4 7 0,-3 4 0,-3 3 0,0 0 1,1-1-1,3-3 0,3-5 0,5-7 0,7-10 196,-6 7 0,3-3 431,-3 2 0,-7 8 0,-2 2 0,4-1 0,7-6-431,4 12 0,4-11 0,-22-8 0,14 15 0,0-8 0,-12-39 0,8-6 0,7-31 0,1-6 0,-10 16 999,15-18 1,4-14-1,3 14-999,2 22 0,-1-26 0,-2 13 0,5 39 0,1 1 0,10 32 0,12 27 0,5 6 0,-6-14 3011,-6-21 0,1 1-3011,1 10 0,3 14 0,2 1 0,-2-8 0,-4-20 2301,-3-21-2301,19 1 0,3-5 0,-11-11-5701,28-13 5701,-43 15-1632,24-17 0,17-10 1,-8 3 1631,-7 3 0,3 0 0,8-4 0,1-2-819,-3-2 1,2-4-1,-2 1 1,-7 6 818,-8 9 0,0-1-548,13-9 1,9-9 0,-3 3-1,-19 14 548,-21 15-81,8 0 0,-9 2 0,6-2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36:25.9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21410 8571 24575,'-47'29'0,"1"0"0,19-13 0,0 0 0,-10 4 0,-6 2 0,10-5 0,9-8-2458,-12 16 0,-12 14 1,-1 2-1,13-8 968,5 6 771,-5-1 1,-8 6 0,17-10 718,24-17 806,-8 22 1,2 3-807,8-9 0,3 19 0,4 13 0,3-14 0,4-18 0,2 11 0,7 1 0,16-9 0,-1-8 0,-14-8 0,20 9 0,13 7 0,-13-8 0,-18-12 0,15 0 0,-4-1 4269,-26-10-4269,17 5 0,18 5 0,12 4 0,3 0 0,-5-2 0,-12-3-1864,-1 2 1,1-1 1863,0-1 0,12 4 0,5 2 0,-3-1 0,-9-4 0,-16-4 0,-12-3 0,15-7 0,15-3 0,2-1 0,-11 1 1791,9 3-1791,1-2 0,11-3 0,-4-2-1209,-16-4 0,-4-2 0,-6 2 1209,3 0 379,3-2 0,8-1 0,-16 4-379,-23 9 0,5-6 0,30-8 0,21-6 0,-10 3-1384,-3-1 1384,3 1 0,11-3 0,-23 6 3505,-32 8-3505,27-20 0,17-13 0,-9 6-1422,-3 3 1422,1-1 0,8-6 0,-3 3-1517,-2 6 0,-8 5 1517,-7 9 717,10-13 0,-5 3-717,-27 21-835,21-11 1,13-8-1,-6 4 835,1 3 0,-1-3 0,5-3 0,-12 7 1334,-21 10-1334,-4 1 0,19-23 0,14-15 0,-6 7 0,-3 7 0,3-6 0,5-6 0,-11 13 1352,-19 20-1352,15-19 0,9-14 0,-6 7 0,-3 3 0,4-3 0,6-7 0,-13 11 0,-17 19 1418,4 0-1418,0-23 0,-3-19 0,1-4 0,-1 12 0,3-8 0,-1 9 0,0-10 0,-1 2 0,-3 17 0,-2 18-607,-6-16 0,-5-19 0,-2-7 1,0 1-1,3 13 607,3 7 0,0 0 0,-2-7 0,-4-13 0,-1-2 0,3 9 0,4 20 0,6 20 0,-4-1 0,-17-11 0,-14-8 0,7 5 2249,4 2-2249,-5-2 0,-5-3 0,10 11 4147,17 16-4147,-28 1 0,-4 1 0,16 1 3101,-10-1 1,-10 0-3102,-5 2 0,-12 1 0,1 1 0,12-2-3102,15-2 1,0 0 3101,-19 2 0,-16 1 0,5 0 0,26-2 1175,29-3-1175,-21 7 0,-15 7 0,2 3-505,10 2 1,2 2 0,-3-2 0,-9-1 0,-3-2 0,6 1 0,6 8 0,0 0 0</inkml:trace>
  <inkml:trace contextRef="#ctx0" brushRef="#br0" timeOffset="1550">27046 10506 24575,'30'-7'0,"0"0"0,23-7 0,8-3 0,-13 4-7454,-11 4 7454,-3-2 0,8-4 0,1 8-1390,10 15 1,2 8 0,-10-2 1389,-3-4 0,6 3 0,12 4 0,-7-6 712,-11-9 1,-7-3-713,3 4 0,9-3 0,-4 0 0,-31 0 0,5 0 0</inkml:trace>
  <inkml:trace contextRef="#ctx0" brushRef="#br0" timeOffset="4798">19746 10728 24575,'46'-2'0,"-1"1"0,0-1 0,1 0 0,-11-2 0,-1 0 0,11 2 0,7 3 0,0-1 0,4-1 0,2 0 0,1 0 0,-9 0 0,2 0 0,1 1 0,-1-1-2126,2 1 0,0 0 0,0 0 1,-2-1 2125,14 0 0,-1 0 0,-24 1 1719,-30 0-1719,29-8 0,17-5 0,-10 3-964,-8 2 964,7-2 0,9-2 0,-12 3 0,-18 7 0,-9 1 0,3-2 0</inkml:trace>
  <inkml:trace contextRef="#ctx0" brushRef="#br0" timeOffset="9034">26090 679 24575,'14'53'0,"0"0"0,1 0 0,-1 0 0,0 0 0,-3-11 0,0-1 0,0-4 0,2 5 0,2 6 0,-1 2 0,-1 1 0,-3 1 0,-4 2 0,-1 5 0,-3 2 0,-1 0 0,0-2 0,0-7 0,0-8-4252,0 12 1,1 0 4251,-1-13 0,1 9 0,0 6 0,-1 1 0,1 1 0,0-5 0,-1-6-705,0 4 1,-1-3-1,1-6 1,0-9 704,3 12-759,-2-3 1,-1 13-1,1-5 1,2-23 758,-1-24 0,8 31 0,-2 14 0,-7-9 0,-3 4 0,1-2 0,0 7 0,0 0 0,-1-6 0,-2 2 0,-1-3 0,-5 11 0,1-14 3034,8-33-3034,2 27 0,0 18 0,0-8 2559,-1-7-2559,0 3 0,1 9 0,4-2 0,16 20 0,-8-27 0,-39-78 0,0 1 0,35 73 0,1 0 0,-18-49 0,-8-23 0,-6-16 0,-4-10 0,-1-4 0,1 3 0,5 8 0,5 16 0,3 1 0,1 1-647,-3-4 0,-4-12 0,-3-6 0,2 3 0,4 11 0,7 19 647,8 17 1323,-3 2-1323,-11-41 0,7 35 0,-13-15 0,16 34 0,13 23 0,13 20 0,4 4 0,-6-12 0,4 3 0,-7-9 0,4 7 0,3 3 0,0-3 0,9 8 0,2-2 0,-6-10 0,0 1 0,0 3 0,7 9 0,-4-6 0,-5-11 0,-6-6-2033,-7-4 2033,11 10 0,-4-4 0,-20-24 3530,2 0-3530,3 27 0,2 4 5278,-2-18-5278,26-27 0,16-18 0,-9 1-2665,-7-7 2665,-9 5 0,6-7 0,2-4 0,2 0-373,2 2 0,5-2 1,0 1-1,-3 2 0,-7 5 373,-2 2 0,0-1 0,3-2 0,8-7 0,3-2 0,-4 2 0,-9 8 0,-8 4 0,-6 7 0,-3 6 0,24-29 0</inkml:trace>
  <inkml:trace contextRef="#ctx0" brushRef="#br0" timeOffset="12016">18598 8758 24575,'56'-4'0,"1"0"0,-1 0 0,1 0 0,-1 0 0,0 0 0,1 0 0,-1 0 0,0 0 0,1 0 0,2-1 0,-3 0 0,-3 0 0,-2 1 0,0 0 0,-1 0 0,1 1 0,-1 1 0,-1 0 0,0 0 0,-1 0 0,11-1 0,1 0 0,-5 0 0,-11 0-4252,-14 0 1,0 0 4251,21 0 0,16 0 0,-4 0 0,-26 1 0,-28 2 1103,-2 0-1103,2 0 0,43-4 0,7 0 0,-24 2 0,10-1 0,9-1 0,-16-1 0,-26 2 0,-18-54 0,-5 41 0,-2-12 0,-8 0 0,-15 17 0,-10 7 0,-1-1 0,-2-8 0,-2-1 0,5 8 0,5 16 0,3 1 0,-19-19 0,20 3 0,71 31 0,10-2 6479,-37-24-6479,26 5 0,20 4 0,-1-1 460,4-2 1,-1 7-461,-9 14 0,1 8 0,-6-5 0,3-15 0,-18 4 0,-38 11 0,-23 12 0,-7-2 0,11-11 0,0-8 0,1 2 0,-7 5 0,-1-5 0,-10-7 0,1-4 0,9 3 0,0-1 0,-14 3 0,3-1 0,-2 3 0</inkml:trace>
  <inkml:trace contextRef="#ctx0" brushRef="#br0" timeOffset="22937">14546 2333 24575,'-4'54'0,"0"1"0,0-1 0,0 1 0,1 0 0,1-11 0,1-5 0,-1 2-1405,-3 8 1,-1 8 0,0-8-1,3-21 1,3-24 0,0 1-1</inkml:trace>
  <inkml:trace contextRef="#ctx0" brushRef="#br0" timeOffset="23406">15048 2696 24575,'58'2'0,"0"0"0,-1-1 0,1 1 0,0 0 0,-1 0 0,-7 1 0,0-1-984,-6 0 1,13 0 0,6-1 0,1 1 0,-6 0 0,-11-1 0,-18 1 0,-14 1 0,1-3 0</inkml:trace>
  <inkml:trace contextRef="#ctx0" brushRef="#br0" timeOffset="24413">16643 2186 24575,'3'55'0,"-1"0"0,1 0 0,0 0 0,-1-9 0,1 0 0,0-2 0,-3-3-3277,-3 3 0,-2-2 0,2-8 1787,0 0 2429,-1 7 0,-1 9 1,0-16-940,1-24 0,1 0 0,0-5 0</inkml:trace>
  <inkml:trace contextRef="#ctx0" brushRef="#br0" timeOffset="25336">16297 2139 24575,'55'2'0,"-1"0"0,0-1 0,0 1 0,-2 2 0,7 2 0,1 0 0,-3 0 0,-9-1 0,-12-2 0,5 1 0,10 4 0,11 2 0,-23-7 0,-33-6 0,5 0 0</inkml:trace>
  <inkml:trace contextRef="#ctx0" brushRef="#br0" timeOffset="27405">17470 2344 24575,'41'-11'0,"0"1"0,1-1 0,10-9 0,-2 15-2458,-15 33 0,-1 19 1,-3 4-1,-5-11 968,10 4 1382,-7-5 0,9 13 0,-3-4 0,-16-18 108,-16-21 0,-3-2-502,-8 31 1,-8 22 0,1-11 501,2-11-652,-1 10 0,-2 11 0,3-23 652,8-32 0,1 2 0,-31 20 0,-24 13 0,10-7 0,6-3 0,4-15 0,-15 2 0,-4-1 0,5-3 0,15-8 0,5-13-267,10-27 0,2-17 0,13 10 267,20 16 0,14-29 0,-1 11 0,-20 45-185,47 5 0,10 3 185,-28-3 676,0-2 1,9 2-1,-4 6-676,9 23 0,-10 7 3034,-9 5-3034,0-10 0,6 5 0,-12-7 0,-17-1 0,-3-3 0</inkml:trace>
  <inkml:trace contextRef="#ctx0" brushRef="#br0" timeOffset="63626">30183 1469 8191,'-26'49'0,"0"0"0,0 0 0,0 0 0,0-1 0,0 1 0,0 0 0,0 0 0,0 0 0,0 0 0,0 0 0,0 0 0,0-1 0,0 1 0,0 0 0,-3 6 0,8-11 0,-2-1 0,-7 13 297,10-21 1,-4 7 0,-3 4 0,-2 6 0,-3 3 0,-1 2-1,-2 2 1,0 0 0,0 1 0,0-2 0,1-2 0,1-4 0,2-3-1,3-6 1,2-5 0,4-7 0,4-8-298,-12 5 0,0-6 563,-4 7 1,-7 6-1,-4 3 1,0 0 0,4-4-564,2-2 0,1-2 0,1-1 0,2-1 0,-2 3 0,2-2 0,-4 2 0,-6 3 0,-6 3 0,2-3 0,14-10 0,6-7-940,-9 8 1,-9 6 0,12-10 939,19-13 0,-23 25 4537,11-13-4537,21-15 0,-3-33 0,-1-27 0,4 8 0,7 2 0,-2 5 0,0-14 0,-1-4 0,0 5 0,1 16 0,0 6 0,-9 68 0,0 20 0,8-4 0,2-11 0,1 16 0,0 3 0,1-6 0,1-18 0,2-10-2269,16 7 1,2-7 2268,-13-25 0,22-6 0,23-6 0,9-4 0,-2 1 0,-16 4 0,-14 3 0,1 0 0,12-3 0,15-2 0,8-2 0,-2 0 0,-10 3 0,-19 5 0,-12 4 0,31-8 0,-14 5 0,-44 6 0</inkml:trace>
  <inkml:trace contextRef="#ctx0" brushRef="#br0" timeOffset="69745">2991 13654 24575,'-51'12'0,"0"1"0,0-1 0,0 1 0,-12 2 0,2-1 0,18-3 0,25-2 0,-12 6 0,-16 10 0,-11 6 0,-5 2 0,1 1 0,6-4 0,12-7-4252,-5 3 1,-1 0 4251,9-4 0,-10 3 0,-6 4 0,-1 1 0,1 1 0,5-2 0,9-2-940,-6 12 1,9-2 0,7-6 939,-5 2-1012,-4 3 1,-6 6 0,17-14 1011,27-22-677,-18 32 1,-11 22 0,6-11 676,4-7 507,5-13 0,-4 8 1,-2 5-1,3 5-507,8-5 0,0 7 0,1 6 0,1 1 0,1 0 0,1-3 0,0-5 0,0-8 0,-1 1 0,2-8 0,-2 8 0,1 0 0,-3 12 0,-2 6 0,0 2 0,1-2 0,2-6 0,3-10 0,5-15 3034,6-4-3034,9 9 0,9 14 0,4 7 0,0-3 0,-6-9 63,-2-5 0,0 1-63,3 5 0,6 11 0,0 3 0,-2-10 0,-9-20 0,-9-20 0,22 10 0,20 9 0,9 4 0,-2-2 0,-13-6 0,-14-7 0,1 1 0,7 2 0,8 6 0,5 1 0,2 0 0,-1-4-616,1-3 1,4-1 0,0-2 0,-6-2 0,-8-2 615,-5-1 0,-1-1-17,12 4 0,13 6 0,2 0 1,-8-4-1,-22-7 17,-20-8-254,13 0 0,16 1 1,12-1-1,7 1 1,3-1-1,-3 0 1,-6 1-1,-11-1 254,0 0 0,-7 1 0,7-1 0,-1 0 0,12 0 0,6 0 0,3 0 0,-3 0 0,-6 0 0,-11 0 0,-16 0 0,-4-1 0,2-2 0,15-4 0,11-2 0,9-2 0,5-1 0,4 0 0,1-1 0,-3 0 0,-5 2 0,-9 1 0,-9 2 0,12-1 0,-12 2 0,12-3 0,-13 2 0,11-2 0,9-1 0,4-2 0,3 1 0,-1-1 0,-3 1 0,-7 1 0,-9 2 0,-12 3 0,-16 2 0,-8 4 2029,-1-6-2029,14-8 0,16-9 0,7-4 0,-2 1 0,-12 5 0,-9 5 0,-1-1 0,7 0 0,8-1 0,4-3 0,-3-5 0,-5-6 0,-9-7 0,-3-9 0,-3-5 0,-3 1 0,-2 5 0,-1 9 0,2 1 0,0 0 505,-1 0 1,3-7 0,2-6 0,1-2-1,0 0 1,0 5-506,2-5 0,1 1 0,0 0 0,-3 6 0,-4 7-1517,-5 3 0,0 1 1517,7-9 0,8-14 0,1 0 0,-5 8 0,-14 19 2896,-12 21-2896,0-6 0,-6-16 0,-5-20 0,-5-12 0,0-2 0,0 5 0,5 14 0,-2 1 0,1-1-498,0-1 0,-3-14 0,0-5 0,-2 2 0,2 13 0,2 19 498,-3 18 0,-11-3 0,-16-8 0,-9-4 0,-2-1 0,5 2 0,10 6 0,2-1 0,0 1-323,-1 0 0,-12-5 0,-4-2 1,2 2-1,12 6 0,17 9 323,16 9 2029,-5 0-2029,-17-3 0,-20-3 0,-12-3 0,-2 0 0,4 1 0,14 2 382,2 0 1,0 1-383,1-1 0,-10 0 0,-5-2 0,-1 0 0,1 1 0,7 1 0,-4 0 0,2 0 0,4 2 0,9 1 0,7 2 0,0 0 0,-15-3 0,-13-3 0,5 1 0,21 5 1505,23 4-1505,-1 0 0,-18 1 0,-19 2 0,-8 1 0,3-1 0,12-1 0,10 0 0,-1 0-348,-5 0 0,-12 2 1,-9 0-1,-4 1 1,0 0-1,4-1 1,10 0-1,13-2 348,-20 2-127,9 0 1,-12 2 0,4-1 0,23-3 126,25-2 2531,1 0-2531,-26-3 0,-12 0 216,2 3 1,-5 1 0,3 0 0,-7-4 0,2 1 0,-7 3 0,0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39:11.3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9050 13853 24575,'-26'26'0,"-1"-1"0,6-3-2458,7 15 0,1 16 1,1 1-1,5-12 968,6 2 1490,-1-2 0,-1 10 0,6-2-719,10-8 1,4-2 0,-3-8 718,-3 1 718,0 1 1,5 8-1,1-2-718,2-2 0,1-2 0,-4-6-1817,1 3 1817,-2-2 0,5 5 0,3-3 0,21 5 0,-2-10 0,-15-12 0,14 18 0,10-4 0,8-33 0,-7-8 0,-19 4-1216,28 0 0,-12 0 1216,-45 4-407,29-12 0,6-1 407,-19 6 0,20-6 0,-8 0 0,-32 11 551,25-30 0,5-7-551,-16 15 0,-3-16 0,1-19 0,-2-2 0,-5 17 0,-11 3 0,1-6 0,-1-10 0,-1 21 2575,1 32-2575,-24-24 0,-15-14 0,7 8 1810,6 9-1810,-7-9 0,-7-7 0,15 18 1708,24 26-1708,-43-9 0,-9-2 3265,27 4-3265,-17 0 0,-8-3-2411,1-10 0,8 1 2411,14 7 0,-16-8 0,-5 3 1037,15 14 0,4 6-1037,-9 3 0,5-4 0,4 0 0,11 3 0</inkml:trace>
  <inkml:trace contextRef="#ctx0" brushRef="#br0" timeOffset="6032">8979 15559 24575,'-3'30'0,"0"-7"-3277,1 21 0,2 14 0,-1-10 1787,0-6 1490,0 3 0,0 10 0,0-6-360,3-12 1,-1-9 0,0-7 0,0 9 0,1 0 0</inkml:trace>
  <inkml:trace contextRef="#ctx0" brushRef="#br0" timeOffset="6756">8740 15766 24575,'46'-4'0,"-1"1"0,-19-10 0,12 12 0,18 5 0,0 3 0,-15-4 0,-8-3 0,20 1 0,-3-2 0,-30-1 0,-14 1 0,8-2 0</inkml:trace>
  <inkml:trace contextRef="#ctx0" brushRef="#br0" timeOffset="7653">9547 15995 24575,'46'-3'0,"0"-1"0,0 1 0,-13 7 0,-2-2-2158,18-18 0,-15-2 2158,-34 11 663,-12-31 1,-12 0-664,-9 40 0,-2 0-56,9-36 1,1 4 55,-7 40 0,3 14-2879,11 9 1,7 0 2878,1-7 0,-8 5 0,8 2-37,33-4 1,7-5 36,-14-6-1276,12 5 1,9 5 0,-8-7 1275,-13-9 0,29 13 362,-39-22-362,44 22 0,-35-19 0,32 16 0</inkml:trace>
  <inkml:trace contextRef="#ctx0" brushRef="#br0" timeOffset="8628">10437 15919 24575,'-37'10'0,"1"0"0,36 47 0,-11-25 0,5 0 0,22 3 0,10-1 0,-5-5 0,-4-5-8503,-8-6 8503,11 10 0,-4-2 0,-16-20 701,-5 23 1,-1 3-702,0-12-1478,-18 5 1,-11 3 0,4-8 1477,6-14 0,-19 2 0,6-2 0,32-6 0,-9 2 0,10-4 0,-6 4 0,11-5 0</inkml:trace>
  <inkml:trace contextRef="#ctx0" brushRef="#br0" timeOffset="9188">10705 15491 8191,'7'48'0,"-1"1"0,1 0 0,0-1 0,0 2 1265,0-5 1,2 14 0,-2 4 0,-2-6-1266,-7 4 0,-3-3 0,1-9 0,2-16 0,1-1 0,-3 21 0,0 0 0,1 0 0</inkml:trace>
  <inkml:trace contextRef="#ctx0" brushRef="#br0" timeOffset="9591">10615 15772 8191,'35'1'0,"-33"-12"0,30 16 0,19 11 0,-12-4 0,-19-9 0,15 3 0,-1-1 0</inkml:trace>
  <inkml:trace contextRef="#ctx0" brushRef="#br0" timeOffset="10642">12437 15903 24531,'-54'-3'0,"-1"0"0,1 0 0,19-6 0,2 3-1161,-10 9 0,-3 6 0,18 2 1161,24 0 0,1-3-2132,7 34 1,8 23 0,-1-11 2131,0-11-742,-1 10 0,2 11 0,-1-26 742,-4-34 5,-4 1-5,18 30 0,2 5-218,-13-16 218,17 15 0,-12 0 0,-53-10 0,-13-10 0,9-8 1005,-2-5 1,-14 0-1,0-3 1,15-5-1006,-1-17 0,-19 2 0,18 1 0,47 8 0</inkml:trace>
  <inkml:trace contextRef="#ctx0" brushRef="#br0" timeOffset="11046">12668 15514 24575,'3'58'0,"0"-1"0,0 0 0,0 1 0,0-1 0,1 1 0,0-7 0,0-7 0,0 4-1699,-3 2 1,0 10-1,-1-2 1,-1-10 0,-1-21 1698,-1-21 0,0 1-902,0 24 0,-1-22 0,1 16 1</inkml:trace>
  <inkml:trace contextRef="#ctx0" brushRef="#br0" timeOffset="11449">12532 15682 24575,'40'13'0,"1"0"0,0 0 0,9 6 0,5-5 0,-10-6-2458,-37-8 0,1 0 1,-7 0-1</inkml:trace>
  <inkml:trace contextRef="#ctx0" brushRef="#br0" timeOffset="12576">13338 16060 24575,'-19'51'0,"0"0"0,0-1 0,0 1 0,0-4 0,0 1 0,3-7 0,8-13-2638,8-17 2638,0-3 0,14 29 0,5 4 0,-5-21-3459,35-36 1,3-17 3458,-30 1 619,5 0 1,7-6-1,-7 10-619,-11 10 0,12 30 0,-16-36 0,-7 15 456,-3 41 1,0 18-457,5-15 0,0 1 0,-4 15 0,0 0 1356,3-14 1,-1-10 0,-5-22 0,0 3 0</inkml:trace>
  <inkml:trace contextRef="#ctx0" brushRef="#br0" timeOffset="13209">13851 15376 24575,'7'52'0,"1"-1"0,-1 1 0,0-1 0,0 1 0,1 0 0,-1-1 0,0 1 0,1-1 0,0 9 0,2 4 0,0 0 0,-1-3 0,-1-6 0,-3-12 0,-3-14 0,-5-9 0,6 33 0,2 3 0,-6-14 0,5 7 0,0 1 0</inkml:trace>
  <inkml:trace contextRef="#ctx0" brushRef="#br0" timeOffset="13536">13698 15782 24575,'51'-6'0,"-1"0"0,0 0 0,0 0 0,10 0 0,-2 0 0,-19 1 0,-24 2 0,38-6 0,5-1 0,-29 5 0,25-5 0,0 0 0</inkml:trace>
  <inkml:trace contextRef="#ctx0" brushRef="#br0" timeOffset="19715">7731 15139 24575,'38'-22'0,"0"-1"0,-1-1 0,8-6 0,2-1 0,-4 1 0,-11 8 0,9-10 0,-9 10 0,7-6 0,2-1 0,-5 4 0,9-7 0,-9 8-2629,-12 11 2629,11-13 0,5-4-2748,-3 8 0,-5 4 2748,-13 3 0,14-5 0,4-3-642,-3-6 0,-4 2 642,-9 8 0,18-13 0,-14 7 0,-51 29 0,-22 11 0,8-1 1202,10-6-1202,-11 1 0,-22 4 0,-4 0 0,14-2 0,31-3 0,37-4 0,-71 5 0,1-2 1423,112-10-1423,-39 3-1513,15 2 1,12 1 0,-7 0 1512,2-1 0,18 3 0,-7 1 0,-40-2 0,22 14 0,5 3 0,-10-7 0,2 16 0,4 10 0,-12-7 0,-18-8 0,-18 15 0,-11 12 0,2-13 0,-2-15 0,-19 13 0,6-7 0,32-26 0,-23 15 0,-2 3 0,14-12 0,-10 9 0,-1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50:57.1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8626 16286 24575,'5'52'0,"-1"1"0,0-1 0,-2-1 0,0 8 0,-1 0 0,0-6 0,-1-14-9831,0 7 9334,-1 1 1,0 8-1,-1-10 3315,-4-5-2818,21-11 0,14-2 429,7-8 1,11-4 0,8-3 0,4-1-430,-12-4 0,6-1 0,4-2 0,2-1 0,1 0 0,-1-1 0,-3 0 0,-4 0 0,7 1 0,-5-1 0,-2-1 0,3 0 0,7 0 0,-11-2 0,7 0 0,4-1 0,4 0 0,0 0 0,-2-1 0,-4 1 0,-7 0 0,-8 1 0,-12 0 0,-1 1 0,-4 0 0,23-1 0,14-1 0,-5 2 0,-25 1-4537,-28 2 4537,5-2-434,16 4 1,20 5-1,13 4 1,7 2 0,-1-1-1,-7-2 1,-13-3 433,9 1 0,0-1 0,-13-1 0,7 4 0,5 2 0,4-1 0,1 0 0,0-3 0,-3-4 0,-2-4 0,3-4 0,1-2 0,-2-1 0,-3-1 0,-6 1 0,-7 2 0,10 2 0,-1-1 0,-6-1 0,11 0 0,7-1 0,1-1 0,-4 1 0,-10 1 0,-15 1 0,1 1 0,-6 0 0,11 1 0,11 0 0,7 1 0,5-1 0,3 1 0,1 0 0,-3-1 0,-4 1 0,-7-1 0,-9 0 0,5 0 0,-9-1 0,0 1 0,10 0 0,-6 0 0,9 0 0,6 1 0,5-1 0,3 1 0,-2 0 0,-2-1 0,-5 1 0,-9-1 0,-9 0 0,-13-1 0,3 0-185,-3 0 1,13 1-1,10 0 1,8 1 0,5-1-1,4 1 1,-1 0-1,-1-1 1,-5 1 0,-7-1-1,-10 0 185,6 0 0,-11-1 0,1 1 0,9 0 0,-2 0 0,9 1 0,8-1 0,4 1 0,4 0 0,-2 0 0,-1 0 0,-7-1 0,-7 1 0,-10-1 0,-14 0 0,10-1 0,-12 2 0,12 1 0,9 2 0,8 0 0,5 0 0,3 1 0,2 0 0,-1 0 0,-2 0 0,-6-1 0,-6 0 0,-10-1 0,8-1 0,-10 0 0,-1 0 0,11 1 0,-5 0 0,10 0 0,7 2 0,6-1 0,1 1 0,0 0 0,-4 0 0,-5 0 0,-10-2 0,-11 1 0,-14-2 0,-6 1 2029,6-3-2029,6 3 0,18 3 0,12 2 0,7 2 0,2 0 0,-2 0 0,-8-2 0,-13-2 0,0-1 0,-9-1 0,9 0 0,0 2 0,13 2 0,8 2 0,2-1 0,-3 1 0,-9-3 0,-12-1 0,-20-4 2471,-14-3-2471,32 6 0,-9-2 0,15-1 0,10 2 0,6-1 0,3 1 0,-4-1 0,-5 1 0,-12-1 0,7 1 0,-10 1 0,10 0-356,-6-2 0,12 0 0,7 1 0,2-1 0,-4 1 0,-7-1 0,-14-1 0,-18 0 356,-15 0 0,18 1 0,-16 0-236,15-2 0,19 0 0,12-1 0,6 1 0,-1-1 0,-8 0 0,-12 0 236,1-1 0,-1 1 0,-2 0 0,13 0 0,7 0 0,1 1 0,-6-2 0,-12 1 0,-18-2 0,-15-2 1085,6 3-1085,-7 0 0,22-3 0,22-3 0,10-1 0,-3 0 0,-15 2 0,-11 1 0,-1 1 513,8-1 0,10-1 0,5-1 1,1-1-1,-4-2-513,-4-2 0,2-3 0,-3-1 0,-4 2 0,-7 1 0,-2 1 0,-1 1 0,8-2 0,11-3 0,3-1 0,-9 3 0,-20 4 697,-18 3-697,-3 5 0,31-14 0,20-12 0,-9 5 0,-4 4 0,-6 8 0,16-3 0,10 0 0,-1 1 0,-7 2 0,-16 4 0,12 3-606,-8 1 0,13 1 0,-4 1 1,-21 1 605,-25 2 0,22-4 0,18-3 0,4-1 0,-12 1 0,11 1-414,-10 0 1,10-1-1,-2 0 1,-20 0 413,-20 1 0,31-12 0,20-8 0,-10 3 0,-10 2 586,6-1 0,11-4 0,-12 3-586,-10 0 3034,-21 13-3034,37-10 4537,-45 14-4537,16-22 0,9-16 0,-7 6 0,-8 1 2261,3 4 0,4-7 1,-4-3-2262,-6-13 0,-6-4 0,-2 9 0,6-7 0,-5 6 0,2-14 0,-1 1 0,-2 18 0,-3 17 0,-2-5 0,1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9:06:43.7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5878 8372 8191,'-44'-8'0,"-1"1"0,4 10 0,-1 3 0,-1-1 117,3-6 1,1-2 0,0 3-118,-17 8 0,0 7-41,8 3 1,0 5 0,8-5 40,-4-2 0,2 1 0,-7 5 0,5 0-30,7 3 1,9-2 29,7-6 642,-13 10 0,3-4-642,25-19 2415,0 2-2415,-16 20 0,-9 14 0,5-6 2238,4-5-2238,-5 5 0,-5 7 0,13-13 5056,18-21-5056,-5 38 0,-2 7-2924,5-23 2924,-3 21 0,1-6 0,5-38 0,0 1-475,17 28 0,5 5 475,-10-17-833,15 15 1,9 11-1,-7-14 833,-10-20-982,18 14 1,14 7-1,-12-10 982,-15-15-98,16 8 1,10 7 0,-12-8 97,-20-12-779,11 7 1,-5-1 778,-18-12 1915,33 31-1915,-24-24 0,28 20 0,1 1 0,-27-21 0,8 7 0,0 2 744,-10-4 0,-10-7 1,6 6-1</inkml:trace>
  <inkml:trace contextRef="#ctx0" brushRef="#br0" timeOffset="27453">5611 10024 24575,'-48'2'0,"-1"1"0,1-1 0,-1 0 0,1 1 0,0-1 0,-11-5 0,3-4 0,1 5 0,2 11-1967,8 15 1,1 11 0,1 5 0,4-3 0,3-11 1221,-13-13 0,11 4 745,24 17 0,8 12 0,5 4 0,0-5-657,1 13 1,3-9 656,-3-13 1063,0 15 1,3 4-1064,8-13 0,0-6-316,-5-12 316,4 12 0,2 6 0,-2-8 0,-1-4 0,-4-9 0,5 13 0,-1-4 0,-9-24 1332,8 31 1,1 7-1333,-5-14 0,2 10 0,3 11 0,-2-8 0,0 7 201,-4-14 0,1-2-201,7-4 6303,-4-24-6303,29-12 0,6-6 0,-13 5 0,15 2 0,13-1 0,-13 3 0,-18 4 290,17 0 1,-8 1-1,-31-2 1,2 0 0</inkml:trace>
  <inkml:trace contextRef="#ctx0" brushRef="#br0" timeOffset="33342">5813 12795 8191,'-44'-9'0,"0"0"0,0 0 0,-9 5 0,-3 2 0,5-2 1567,0-7 1,3 2-1568,-5 7 0,2 4 1108,13 6 1,7 1-1109,1-5 827,-13 9 1,3 1-828,25-5 0,-3 20 0,-2 14 0,3-6 0,3-5 0,-10 15 0,9 6-1374,29-5 1,7-7 1373,-12-14-1212,10 22 0,1-6 1212,-14-36-612,23 21 0,16 13 0,-8-8 612,-4-6 676,-1 5 1,8 7-1,1-10-676,16-19 0,-7-9 1009,-17 5-1009,18 0 0,7-1 0,-3-4 0,-7-2 0,-15 1 1177,18-2 1,13-2 0,-16 2-1178,-23-1 0,9-1 0,-4 0 0,-24 4 0</inkml:trace>
  <inkml:trace contextRef="#ctx0" brushRef="#br0" timeOffset="122032">20357 8245 24575,'53'-1'0,"0"-1"0,-11 0 0,11 0 0,8-1 0,4-1 0,2 1 0,-1 0 0,-5 0 0,-8 0 0,-10 1 0,12-1 0,2 1 0,-20 1 0,10 0 0,8 1 0,6-1 0,5 0 0,2 1 0,0 0 0,0 0 0,-4 0 0,-4 0 0,-7 0 0,-8 1 0,-11-1-4252,10 2 1,-3 1 4251,-1 0 0,8 0 0,4 0 0,5 1 0,2-1 0,1 0 0,-10-1 0,5 0 0,4 0 0,1 0 0,1 0 0,-1 0 0,-2-1 0,-5 0 0,-4 1 0,-8-1-940,14 0 1,-11 0 0,10 1 939,-10-1 0,11 1 0,8 0 0,4 0 0,1 0 0,-1 0 0,-7 0 0,-7 0 0,-13 0 0,-14 0 0,-8 2 0,18-3 0,19-2 0,8 0 0,-2 0 0,-13 1-1517,-9 0 0,1 1 1517,7-2 0,14 0 0,2 0 0,-9-1 0,-20 1 3034,-18 1-3034,22 3 0,22 1 0,10 0 0,-3 1 0,-14-1 0,-12-2 0,0 1 0,11 0 0,14 1 0,3 0 0,-11 0 0,-23 0 0,-23-1 0,-4-3-304,13 3 1,19 1-1,13 3 1,11 0 0,6 2-1,2-1 1,0 1 0,-6-2-1,-8 0 1,-13-2 303,8 1 0,-11-1 0,10 0 0,-7 0 0,11 1 0,8 2 0,5-1 0,1 1 0,-1 0 0,-4-1 0,-9 0 0,-10-1 0,-14-2 0,8 4-170,-13-2 1,12 3 0,9 2 0,7 2 0,6 1 0,3 1 0,1 0 0,-1 1 0,-2-2 0,-4 0 0,-7-2 0,-9-2 169,10 2 0,-10-3 0,0 1 0,10 1 0,-6 0 0,10 3 0,8 1 0,5 2 0,1 0 0,0 0 0,-4-1 0,-6-2 0,-9-2 0,-12-4 0,-15-4 0,-6-4 2029,-5 0-2029,21-4 0,21-4 0,9-1 0,-3 0 0,-14 3 0,-10 3 0,-1 0 0,10-4 0,14-2 0,2-1 0,-9 2 0,-23 6 3034,-21 5-3034,31-2 0,20-2 0,-9 1 0,-4 0 0,4 0 0,10 1 0,-20 0-2050,-31 0 2050,-1 2 0,19 4 0,21 5 0,13 3 0,3 1 0,-6-2 0,-13-2 0,-4-2 0,0 1 0,1 0 0,10 3 0,6 0 0,0 2 0,-3-2 0,-7-1 0,5 3 0,-5-1 0,-9-3 711,7 3-711,-2-2 0,7 1 0,-7-2 2255,3-1-2255,-31-3 0,27 7 4990,-44 8-4990,0 7 0,3 5-2495,3 6 0,2 1 2495,-5-7 0,3 4-184,5 2 1,4 9 0,2 3 0,0-5 0,-5-10 183,6 14 0,-5-12 0,4 8 0,0 6 0,-4 3 0,-7-10 0,-3 5 0,-2 3 0,-1 2 0,0-3 0,0-3 0,2-7 0,3 6 0,-1-7 0,2 11 0,-2-14 0,1 9 0,-1 6 0,2 4 0,-1 3 0,1 0 0,0-1 0,-1-4 0,1-4 0,-1-8 0,0-10 739,5 17 0,0-6-739,-2-7 0,3 7 0,-1 2 0,-1 0 0,-4-1 0,-5 6 0,-4 2 0,-2-5 0,2-8 0,0-10 0,1-1 0,1 12 0,-1 9 0,-1 5 0,-1-1 0,-3-3 0,-3 4 0,0 0 0,1-5 0,2-8-1762,3-3 0,-1 0 1762,-2 8 0,-3 13 0,-1 3 0,3-10 0,4-21 2046,5-21-2046,-2 20 0,-2 21 0,-2 9 0,1-3 0,1-14 177,2-12 0,-1 0-177,-1 10 0,-3 12 0,1 4 0,2-7 0,4-15 0,11-4 0,6-8 0,2 2 0,-1 14 0,0-1 0,1-11 0,-1-3 4711,2 16-4711,5 1 0,-10-26 0,1 16 0,2 11 0,-4-8 5080,-3-9-5080,2 11 0,-1 0-6395,-9-7 6395,1-17 0,-2 16 0,-2-24 0,2 21 0,-4 8 0,-23 9 0,23-6 0,-8-7-1250,-24-30 0,-14-15 0,9 2 1250,7 1 0,-4-6 0,-17-9 0,-8-5 0,-1-1 0,7 4 0,14 8 0,11 6 0,1 1 0,-10-6 0,-12-6 0,-2-1 0,7 4 0,17 9 0,16 8-759,-22-4 1,-20-5-1,-3-1 1,12 4 758,17 3 0,0 0 0,-12-2 0,-9-4 0,-2 2 0,2 3 0,-9 4 0,1 4 0,11 1 0,-1 1 0,-6-4 0,-11 0 0,21 4 0,32 3 3034,2-4-3034,-36 8 0,-4 1 0,20-6 2268,-14 6 1,-2-3-2269,-5-16 0,14 13 0,-4 0 0,-10 2 0,8 2 0,-7 9 2261,5-4 0,-6 1 1,8-1-2262,-2 4 0,13-9 0,2 0 0,8 0 0</inkml:trace>
  <inkml:trace contextRef="#ctx0" brushRef="#br0" timeOffset="125170">22984 1945 24575,'-37'19'0,"1"-1"0,4-4 0,5 3-4916,10 22 1,8 0 3425,0-15 2744,-4 18 1,7-6-1255,12-27 0,1-2-672,24 14 1,23 11-1,4 3 1,-13-9 671,-20-11 0,1 0 0,15 6 0,11 6 0,1 3 0,-11 2-992,-11 10 0,-7 4 1,-6-9 991,5-1 571,1 7 0,5 8 0,-13-17-571,-16-25-1228,-7 33 1,-3 6 1227,3-21 0,-3 22 0,0-7 2608,6-38-2608,-32 14 0,-25 7 0,10-4 3900,12-4-3900,0-5 0,-16 3 0,-6 0 0,6-3 0,16-5 0,2-6-523,1-2 0,-15 1 0,-4-1 1,4 0-1,13 1 523,-5-2 936,0 0 1,-8 0 0,16 1-937,26 1 0,2 0 0,-35 5 0,33-26 0,-27 18 0,43-30 0,8-4 0,-10 22 0,14-32 0</inkml:trace>
  <inkml:trace contextRef="#ctx0" brushRef="#br0" timeOffset="126153">22769 1553 24575,'3'52'0,"1"0"0,0 1 0,-2-6 0,2 5 0,1 10 0,-3-21-8396,-2-30 8396,0 1-610,1 17 0,0 19 1,0 10-1,0 3 0,0-5 1,0-13 609,0-3 0,-1 1-174,1 0 0,0 14 0,-1 9 1,1 3-1,0 0 0,0-6 0,-1-10 1,1-15 173,-1 11 0,0-1 0,1 12 0,1 1 0,0-11 0,1 1 0,0-2 0,0-8 1061,0-10 1,0 1-1062,0 10 0,2 14 0,-1 2 0,0-7 0,-1-18 0,-1-15 0,6 37 0</inkml:trace>
  <inkml:trace contextRef="#ctx0" brushRef="#br0" timeOffset="127862">22997 1456 24575,'6'43'0,"-1"1"0,0-1 0,0 1 0,3 7 0,0-1 0,-2 2-2458,-2 0 0,-1 3 1,0-2-1,0-9 1713,1-9 0,0-1 1006,-1 14 0,1 10 1,-2-4-1,0-17-261,-2-19-417,0 19 1,0 20 0,0 10 0,0-3-1,0-14 417,0-8 0,0-1 0,-1 6 0,0 11 0,0 4 0,1-4 0,3-11 0,5 4 0,0-12 1107,-4-9-1107,5 18 0,-1-7 0,-5-35 1178,-3 0-1178,12 19 0,4 9 0,-4 9 0,-1 2 0,3-6 0,4 6 0,-2-4 0,5 10 0,2 4 0,0 0 0,-1-5 0,-5-12 0,-2-5 0,1-1 0,4 8 0,4 12 0,2 3 0,-2-10 0,-7-19 0,-4-20 0,-6-2 0,2 1 0</inkml:trace>
  <inkml:trace contextRef="#ctx0" brushRef="#br0" timeOffset="130137">26222 2176 24575,'-55'1'0,"-1"1"0,0-1 0,0 1 0,0-1 0,0 1 0,1-1 0,-1 1 0,0-1 0,0 1 0,0-1 0,1 1 0,-1-1 0,0 0 0,0 1 0,-2-1 0,6 0 0,3-1 0,2 1 0,0-1 0,-3 1 0,-4 0 0,2 0 0,-6 1 0,-6 0 0,-2 1 0,-1-1 0,2 1 0,3-1 0,7 0 0,9-1 0,10-1 0,13 0 0,6-3 0,43-16 0,-24 11 0,31-12 0,11-6 0,11-7 0,-10 8-3787,-4 4 3787,10-7 0,9-7 0,-21 15 0,-32 19 0,2-2-2536,38-22 2536,-30 19 0,28-22 0,-45 27 0,-4 1 0,-33 14 0,-26 11 0,12-3-2542,11-1 2542,-10 0 0,-10 3 0,19-7 0,32-12 693,-26 7 1,-18 3 0,10 0-694,8 6-1135,25 13 1,4 16 0,6 1 0,7-12 1134,30 4 0,-12-12 0,5 6 0,3 1 0,1-8-1012,10-6 1,2-6 0,-8-3 1011,1 3 1011,1 1 1,7 3-1,-6-8-1011,7-13 0,-32 2 0,32 0 0,-34 8 0,-8-5 0,5 5 0</inkml:trace>
  <inkml:trace contextRef="#ctx0" brushRef="#br0" timeOffset="131035">27107 1427 24575,'1'41'0,"0"0"0,0 1 0,1 14 0,-1-12 0,-1-33 0,0 0 0,-1 23 0,-1 21 0,0 4 0,1-13 0,0 9 0,0-9 0,-1 15 0,2-6 0,0-23 0,0-28 0,3 5 0</inkml:trace>
  <inkml:trace contextRef="#ctx0" brushRef="#br0" timeOffset="131835">26855 1833 24575,'53'-11'0,"1"-1"0,-1 1 0,0 0 0,-6 0 0,-2 1 0,0 0 0,-3 1 0,9 0 0,-2 0 0,-8 2 0,6-2-1639,2-1 1,10 0-1,-23 4 1,-30 6 0,5 0-1</inkml:trace>
  <inkml:trace contextRef="#ctx0" brushRef="#br0" timeOffset="132487">26930 2725 8191,'46'-18'0,"-1"0"0,-11 5 0,3-4 0,-4-3 0,7-7 0,6-5 0,4-4 0,-1 0 0,-2 2 0,-6 3 0,-8 7 0,11-9 0,0 0 0,-5 5 0,12-9 0,6-4 0,0 1 0,-5 2 0,-11 9 0,-18 11 0,-14 10 2029,-4 4-2029,17-17 0,14-15 0,3-2 0,-9 9 0,2-3 0,8-9 0,9-8 0,-16 19 0,-24 26 3034,-2-2-3034,24-10 0,2 0 0,-15 7 0,11-5 0,-1 0 0</inkml:trace>
  <inkml:trace contextRef="#ctx0" brushRef="#br0" timeOffset="133409">27877 2722 24575,'44'-6'0,"-1"0"0,0 1 0,-5-1 0,0 0 0,3 4-2458,7 5 0,6 5 1,-2 1-1,-9-2 1713,-10-3 0,1-1 745,9 3 0,11 3 0,1-2 0,-5-1 59,-4-5 1,-4-2 0,-6 1-60,11 0-290,-5 0 0,8 0 0,-20 0 1,-27 0-1,0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99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787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909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877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846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5156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639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8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465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330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082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1D7619-CC90-6B48-91DA-2A07BD171D47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2DC4FA7-6873-E243-B512-6AB3A12A60C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2426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customXml" Target="../ink/ink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customXml" Target="../ink/ink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customXml" Target="../ink/ink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039E7-CCC8-55DC-8250-B767EBCA3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ADFEA-37AD-193D-81A6-60EB4126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8077"/>
          </a:xfrm>
        </p:spPr>
        <p:txBody>
          <a:bodyPr>
            <a:normAutofit/>
          </a:bodyPr>
          <a:lstStyle/>
          <a:p>
            <a:r>
              <a:rPr lang="en-US" dirty="0"/>
              <a:t>Wrap up hypothesis testing. </a:t>
            </a:r>
          </a:p>
          <a:p>
            <a:pPr lvl="1"/>
            <a:r>
              <a:rPr lang="en-US" dirty="0"/>
              <a:t>More on power specifically, from question last time. </a:t>
            </a:r>
          </a:p>
          <a:p>
            <a:pPr lvl="1"/>
            <a:r>
              <a:rPr lang="en-US" dirty="0"/>
              <a:t>You might be asked a theory thing on power, but nothing deep in exam. </a:t>
            </a:r>
          </a:p>
          <a:p>
            <a:pPr lvl="1"/>
            <a:r>
              <a:rPr lang="en-US" dirty="0"/>
              <a:t>Expand a bit on Monte Carlo simulation (the loop stuff). </a:t>
            </a:r>
          </a:p>
          <a:p>
            <a:r>
              <a:rPr lang="en-US" dirty="0"/>
              <a:t>Assignment 3 – basic inference. </a:t>
            </a:r>
          </a:p>
          <a:p>
            <a:pPr lvl="1"/>
            <a:r>
              <a:rPr lang="en-US" dirty="0"/>
              <a:t>Two parts – election simulation (can do now) and regression (after next week-</a:t>
            </a:r>
            <a:r>
              <a:rPr lang="en-US" dirty="0" err="1"/>
              <a:t>ish</a:t>
            </a:r>
            <a:r>
              <a:rPr lang="en-US" dirty="0"/>
              <a:t>, it’s simple). </a:t>
            </a:r>
          </a:p>
          <a:p>
            <a:pPr lvl="1"/>
            <a:r>
              <a:rPr lang="en-US" dirty="0"/>
              <a:t>The election simulation is a larger version of the workbook example. </a:t>
            </a:r>
          </a:p>
          <a:p>
            <a:pPr lvl="2"/>
            <a:r>
              <a:rPr lang="en-US" dirty="0"/>
              <a:t>The basic concept is the same – we have probability and want expected outcome. </a:t>
            </a:r>
          </a:p>
          <a:p>
            <a:pPr lvl="2"/>
            <a:r>
              <a:rPr lang="en-US" dirty="0"/>
              <a:t>The details here are a bit more complex and open ended. </a:t>
            </a:r>
          </a:p>
          <a:p>
            <a:pPr lvl="2"/>
            <a:r>
              <a:rPr lang="en-US" dirty="0"/>
              <a:t>There isn’t one specific solution, there’s a range of reasonable ways to construct it. </a:t>
            </a:r>
          </a:p>
        </p:txBody>
      </p:sp>
    </p:spTree>
    <p:extLst>
      <p:ext uri="{BB962C8B-B14F-4D97-AF65-F5344CB8AC3E}">
        <p14:creationId xmlns:p14="http://schemas.microsoft.com/office/powerpoint/2010/main" val="1096637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35DCE-E045-56A6-1C1B-5CFBB54B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A87EB-1A46-26B0-DDA5-0CBB2A3A4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Next big topic – regression (and stuff leading to it). </a:t>
            </a:r>
          </a:p>
          <a:p>
            <a:pPr lvl="1"/>
            <a:r>
              <a:rPr lang="en-US" dirty="0"/>
              <a:t>Really important, key foundation for ML stuff next semester. </a:t>
            </a:r>
          </a:p>
          <a:p>
            <a:pPr lvl="1"/>
            <a:r>
              <a:rPr lang="en-US" dirty="0"/>
              <a:t>We’ll do this, do an assignment, and the last exam.</a:t>
            </a:r>
          </a:p>
          <a:p>
            <a:r>
              <a:rPr lang="en-US" dirty="0"/>
              <a:t>Other stat-y stuff afterwards. </a:t>
            </a:r>
          </a:p>
          <a:p>
            <a:pPr lvl="1"/>
            <a:r>
              <a:rPr lang="en-US" dirty="0"/>
              <a:t>We have a few other stats-specific things (survival, Bayes, </a:t>
            </a:r>
            <a:r>
              <a:rPr lang="en-US" dirty="0" err="1"/>
              <a:t>etc</a:t>
            </a:r>
            <a:r>
              <a:rPr lang="en-US" dirty="0"/>
              <a:t>…) to cover. </a:t>
            </a:r>
          </a:p>
          <a:p>
            <a:pPr lvl="1"/>
            <a:r>
              <a:rPr lang="en-US" dirty="0"/>
              <a:t>These aren’t really as critical for ML knowledge. </a:t>
            </a:r>
          </a:p>
          <a:p>
            <a:pPr lvl="1"/>
            <a:r>
              <a:rPr lang="en-US" dirty="0"/>
              <a:t>We’ll do them in the last week or two, while working on the ML assignment stuff. </a:t>
            </a:r>
          </a:p>
        </p:txBody>
      </p:sp>
    </p:spTree>
    <p:extLst>
      <p:ext uri="{BB962C8B-B14F-4D97-AF65-F5344CB8AC3E}">
        <p14:creationId xmlns:p14="http://schemas.microsoft.com/office/powerpoint/2010/main" val="781450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4C4E1-8CE9-90BE-DDB4-53A5D131F8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and Monte Carlo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D4B520-28E0-287A-4B88-D46C9CD561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7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065C-8528-ADE9-5896-71B937E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and Alpha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A572D-4F15-0913-E67F-7E5CAD520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Recall the errors when predicting. </a:t>
            </a:r>
          </a:p>
          <a:p>
            <a:pPr lvl="1"/>
            <a:r>
              <a:rPr lang="en-US" dirty="0"/>
              <a:t>Type 1 – false positive (we see an effect where there’s none). P value in a test. </a:t>
            </a:r>
          </a:p>
          <a:p>
            <a:pPr lvl="1"/>
            <a:r>
              <a:rPr lang="en-US" dirty="0"/>
              <a:t>Type 2 – false negative (we see no effect where there is one). </a:t>
            </a:r>
          </a:p>
          <a:p>
            <a:r>
              <a:rPr lang="en-US" dirty="0"/>
              <a:t>Power – (1 – Type 2 error rate). </a:t>
            </a:r>
          </a:p>
          <a:p>
            <a:pPr lvl="1"/>
            <a:r>
              <a:rPr lang="en-US" dirty="0"/>
              <a:t>80% normally the default value used. </a:t>
            </a:r>
          </a:p>
          <a:p>
            <a:r>
              <a:rPr lang="en-US" dirty="0"/>
              <a:t>In calculations, power fits with other ‘indicators’.</a:t>
            </a:r>
          </a:p>
          <a:p>
            <a:pPr lvl="1"/>
            <a:r>
              <a:rPr lang="en-US" dirty="0"/>
              <a:t>Power. </a:t>
            </a:r>
          </a:p>
          <a:p>
            <a:pPr lvl="1"/>
            <a:r>
              <a:rPr lang="en-US" dirty="0"/>
              <a:t>Effect size. </a:t>
            </a:r>
          </a:p>
          <a:p>
            <a:pPr lvl="1"/>
            <a:r>
              <a:rPr lang="en-US" dirty="0"/>
              <a:t>Sample size. </a:t>
            </a:r>
          </a:p>
          <a:p>
            <a:pPr lvl="1"/>
            <a:r>
              <a:rPr lang="en-US" dirty="0"/>
              <a:t>P-value. </a:t>
            </a:r>
          </a:p>
          <a:p>
            <a:endParaRPr lang="en-US" dirty="0"/>
          </a:p>
        </p:txBody>
      </p:sp>
      <p:pic>
        <p:nvPicPr>
          <p:cNvPr id="1026" name="Picture 2" descr="Types of Errors in Machine Learning - Scaler Topics">
            <a:extLst>
              <a:ext uri="{FF2B5EF4-FFF2-40B4-BE49-F238E27FC236}">
                <a16:creationId xmlns:a16="http://schemas.microsoft.com/office/drawing/2014/main" id="{5C0092AE-1C6C-1D45-98BC-B98CDC3ACD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55" t="15744" r="19324" b="34763"/>
          <a:stretch>
            <a:fillRect/>
          </a:stretch>
        </p:blipFill>
        <p:spPr bwMode="auto">
          <a:xfrm>
            <a:off x="7187513" y="0"/>
            <a:ext cx="5004487" cy="199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155BE2D-6F97-B622-D6A4-0B16655B1F25}"/>
                  </a:ext>
                </a:extLst>
              </p14:cNvPr>
              <p14:cNvContentPartPr/>
              <p14:nvPr/>
            </p14:nvContentPartPr>
            <p14:xfrm>
              <a:off x="9190440" y="768240"/>
              <a:ext cx="2275560" cy="2885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155BE2D-6F97-B622-D6A4-0B16655B1F2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81080" y="758880"/>
                <a:ext cx="2294280" cy="290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0231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60A2-1651-FB1A-EF01-4C2F9E2C7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4030701" cy="1049235"/>
          </a:xfrm>
        </p:spPr>
        <p:txBody>
          <a:bodyPr/>
          <a:lstStyle/>
          <a:p>
            <a:r>
              <a:rPr lang="en-US" dirty="0"/>
              <a:t>Calculating Power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7471-BD5D-DEC6-A2CB-DB877DA82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015732"/>
            <a:ext cx="5482280" cy="4037749"/>
          </a:xfrm>
        </p:spPr>
        <p:txBody>
          <a:bodyPr/>
          <a:lstStyle/>
          <a:p>
            <a:r>
              <a:rPr lang="en-US" dirty="0"/>
              <a:t>Our calculation for power finds one of the four. </a:t>
            </a:r>
          </a:p>
          <a:p>
            <a:r>
              <a:rPr lang="en-US" dirty="0"/>
              <a:t>All impact if two samples are the same or different. </a:t>
            </a:r>
          </a:p>
          <a:p>
            <a:r>
              <a:rPr lang="en-US" dirty="0"/>
              <a:t>As long as the assumptions are met, this calculation will be accurate. </a:t>
            </a:r>
          </a:p>
          <a:p>
            <a:pPr lvl="1"/>
            <a:r>
              <a:rPr lang="en-US" dirty="0"/>
              <a:t>‘Normal’ isn’t on/off, there’s degrees. </a:t>
            </a:r>
          </a:p>
          <a:p>
            <a:pPr lvl="1"/>
            <a:r>
              <a:rPr lang="en-US" dirty="0"/>
              <a:t>The more </a:t>
            </a:r>
            <a:r>
              <a:rPr lang="en-US" dirty="0" err="1"/>
              <a:t>varaiance</a:t>
            </a:r>
            <a:r>
              <a:rPr lang="en-US" dirty="0"/>
              <a:t> differs, the less accurate. </a:t>
            </a:r>
          </a:p>
          <a:p>
            <a:r>
              <a:rPr lang="en-US" dirty="0"/>
              <a:t>The z-scores are post-standardization.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2B7E8-0E0B-D6E5-56B9-15C5211D31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1" r="2014"/>
          <a:stretch>
            <a:fillRect/>
          </a:stretch>
        </p:blipFill>
        <p:spPr>
          <a:xfrm>
            <a:off x="5482280" y="21613"/>
            <a:ext cx="67097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397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AE2BA-8FD1-3CC7-6870-949764604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7B3F4-B246-9768-F712-67DB1BE06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Using a random sample of balls,  we perform the following hypothesis test:</a:t>
            </a:r>
          </a:p>
          <a:p>
            <a:pPr lvl="1"/>
            <a:r>
              <a:rPr lang="en-CA" dirty="0"/>
              <a:t>Sample size = 25, sample mean = 172</a:t>
            </a:r>
          </a:p>
          <a:p>
            <a:pPr lvl="1"/>
            <a:r>
              <a:rPr lang="en-CA" dirty="0"/>
              <a:t>Population mean = 170</a:t>
            </a:r>
          </a:p>
          <a:p>
            <a:pPr lvl="1"/>
            <a:r>
              <a:rPr lang="en-CA" dirty="0"/>
              <a:t>Null hypothesis: sample u = population u = 170 = (squiggly) &lt;= 172</a:t>
            </a:r>
          </a:p>
          <a:p>
            <a:pPr lvl="1"/>
            <a:r>
              <a:rPr lang="en-CA" dirty="0"/>
              <a:t>Alternative hypothesis: u &gt; 172* </a:t>
            </a:r>
          </a:p>
          <a:p>
            <a:r>
              <a:rPr lang="en-CA" dirty="0"/>
              <a:t>If the engineer decides to reject the null hypothesis if the sample mean is 172 or greater, that is, if , what is the probability that the engineer commits a Type I error?</a:t>
            </a:r>
          </a:p>
          <a:p>
            <a:pPr lvl="1"/>
            <a:r>
              <a:rPr lang="en-CA" dirty="0"/>
              <a:t>One sided test, comparing against a fixed number. </a:t>
            </a:r>
          </a:p>
          <a:p>
            <a:pPr lvl="1"/>
            <a:r>
              <a:rPr lang="en-CA" dirty="0"/>
              <a:t>We simulate a distribution (or calculate it), observe the mean, count # over 172 randomly. </a:t>
            </a:r>
          </a:p>
          <a:p>
            <a:pPr lvl="1"/>
            <a:r>
              <a:rPr lang="en-CA" dirty="0"/>
              <a:t>If it rarely happens, it probably isn’t random, and the effect is real (diff pops). 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F0171C1-9EBE-4478-8D88-92E5959DF7DB}"/>
                  </a:ext>
                </a:extLst>
              </p14:cNvPr>
              <p14:cNvContentPartPr/>
              <p14:nvPr/>
            </p14:nvContentPartPr>
            <p14:xfrm>
              <a:off x="1189800" y="2618640"/>
              <a:ext cx="9479880" cy="3316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F0171C1-9EBE-4478-8D88-92E5959DF7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0440" y="2609280"/>
                <a:ext cx="9498600" cy="3335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4395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7836A-BC9E-A980-C59B-9C5BB46B2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 – Data is Standardized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BBCEC-7E5F-7CE6-88C8-AF72ACD62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56" y="1853754"/>
            <a:ext cx="7575436" cy="4199727"/>
          </a:xfrm>
        </p:spPr>
        <p:txBody>
          <a:bodyPr>
            <a:normAutofit/>
          </a:bodyPr>
          <a:lstStyle/>
          <a:p>
            <a:r>
              <a:rPr lang="en-US" dirty="0"/>
              <a:t>In stats-y examples for this stuff the data will often be standardized. </a:t>
            </a:r>
          </a:p>
          <a:p>
            <a:pPr lvl="1"/>
            <a:r>
              <a:rPr lang="en-US" dirty="0"/>
              <a:t>Mean of 0, std of 1, symmetrical. </a:t>
            </a:r>
          </a:p>
          <a:p>
            <a:pPr lvl="1"/>
            <a:r>
              <a:rPr lang="en-US" dirty="0"/>
              <a:t>“10 less than the mean” becomes “M std. less than mean. </a:t>
            </a:r>
          </a:p>
          <a:p>
            <a:pPr lvl="1"/>
            <a:r>
              <a:rPr lang="en-US" dirty="0"/>
              <a:t>We can use z-scores instead of values. </a:t>
            </a:r>
          </a:p>
          <a:p>
            <a:r>
              <a:rPr lang="en-US" dirty="0"/>
              <a:t>Dealing with distributions of sample means. </a:t>
            </a:r>
          </a:p>
          <a:p>
            <a:pPr lvl="1"/>
            <a:r>
              <a:rPr lang="en-US" dirty="0"/>
              <a:t>The data will be normal (via </a:t>
            </a:r>
            <a:r>
              <a:rPr lang="en-US" dirty="0" err="1"/>
              <a:t>clt</a:t>
            </a:r>
            <a:r>
              <a:rPr lang="en-US" dirty="0"/>
              <a:t>). </a:t>
            </a:r>
          </a:p>
          <a:p>
            <a:r>
              <a:rPr lang="en-US" dirty="0"/>
              <a:t>The concepts don’t change at all. </a:t>
            </a:r>
          </a:p>
          <a:p>
            <a:r>
              <a:rPr lang="en-US" dirty="0"/>
              <a:t>We’ll cover this in depth a bit later. </a:t>
            </a:r>
          </a:p>
          <a:p>
            <a:pPr lvl="1"/>
            <a:r>
              <a:rPr lang="en-US" dirty="0"/>
              <a:t>Usually rescale variables so they are all similar.</a:t>
            </a:r>
          </a:p>
          <a:p>
            <a:pPr lvl="1"/>
            <a:endParaRPr lang="en-US" dirty="0"/>
          </a:p>
        </p:txBody>
      </p:sp>
      <p:pic>
        <p:nvPicPr>
          <p:cNvPr id="13318" name="Picture 6" descr="Standard Normal Distribution - GeeksforGeeks">
            <a:extLst>
              <a:ext uri="{FF2B5EF4-FFF2-40B4-BE49-F238E27FC236}">
                <a16:creationId xmlns:a16="http://schemas.microsoft.com/office/drawing/2014/main" id="{FAD99DC6-8231-FC04-A1D6-E9EB68F64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9737" y="3282710"/>
            <a:ext cx="5492263" cy="263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What is Standardization in Machine Learning - GeeksforGeeks">
            <a:extLst>
              <a:ext uri="{FF2B5EF4-FFF2-40B4-BE49-F238E27FC236}">
                <a16:creationId xmlns:a16="http://schemas.microsoft.com/office/drawing/2014/main" id="{8DA6BD8F-8DD5-B8EB-09AD-4C82AC82D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05" t="11303" b="19583"/>
          <a:stretch>
            <a:fillRect/>
          </a:stretch>
        </p:blipFill>
        <p:spPr bwMode="auto">
          <a:xfrm>
            <a:off x="8782259" y="1799320"/>
            <a:ext cx="3409741" cy="148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BCEE43C-D350-C824-E40E-3386490F6CC1}"/>
                  </a:ext>
                </a:extLst>
              </p14:cNvPr>
              <p14:cNvContentPartPr/>
              <p14:nvPr/>
            </p14:nvContentPartPr>
            <p14:xfrm>
              <a:off x="7303320" y="5226840"/>
              <a:ext cx="3002400" cy="3816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BCEE43C-D350-C824-E40E-3386490F6CC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93960" y="5217480"/>
                <a:ext cx="3021120" cy="400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3743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B16A9-F1AC-87E9-FE8E-BEFD06F22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some Sims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7BA1B-3210-A3DC-8DA6-FF0C6BCCA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" y="1853754"/>
            <a:ext cx="6857802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Each simulation round we make a new sample, calculate the mean, and plot it here. </a:t>
            </a:r>
          </a:p>
          <a:p>
            <a:r>
              <a:rPr lang="en-US" dirty="0"/>
              <a:t>If the new sample mean is &lt; 172(</a:t>
            </a:r>
            <a:r>
              <a:rPr lang="en-US" dirty="0" err="1"/>
              <a:t>ts</a:t>
            </a:r>
            <a:r>
              <a:rPr lang="en-US" dirty="0"/>
              <a:t>), it matches pop. </a:t>
            </a:r>
          </a:p>
          <a:p>
            <a:pPr lvl="1"/>
            <a:r>
              <a:rPr lang="en-US" dirty="0"/>
              <a:t>If the sample-pop mean is really 170, we expect values here. </a:t>
            </a:r>
          </a:p>
          <a:p>
            <a:r>
              <a:rPr lang="en-US" dirty="0"/>
              <a:t>If the new sample mean is &gt; 172, it’s from diff. </a:t>
            </a:r>
          </a:p>
          <a:p>
            <a:pPr lvl="1"/>
            <a:r>
              <a:rPr lang="en-US" dirty="0"/>
              <a:t>An error – we see effect where there’s “none”. Type 1 error.</a:t>
            </a:r>
          </a:p>
          <a:p>
            <a:pPr lvl="1"/>
            <a:r>
              <a:rPr lang="en-US" dirty="0"/>
              <a:t>Recall, null </a:t>
            </a:r>
            <a:r>
              <a:rPr lang="en-US" dirty="0" err="1"/>
              <a:t>hyp</a:t>
            </a:r>
            <a:r>
              <a:rPr lang="en-US" dirty="0"/>
              <a:t> means means should be the same. </a:t>
            </a:r>
          </a:p>
          <a:p>
            <a:pPr lvl="1"/>
            <a:r>
              <a:rPr lang="en-US" dirty="0"/>
              <a:t>Being different indicates an effect.  </a:t>
            </a:r>
          </a:p>
          <a:p>
            <a:r>
              <a:rPr lang="en-US" dirty="0"/>
              <a:t>This could be done as a difference of 2 as test stat. </a:t>
            </a:r>
          </a:p>
          <a:p>
            <a:pPr lvl="1"/>
            <a:r>
              <a:rPr lang="en-US" dirty="0"/>
              <a:t>Does it make sense why…? </a:t>
            </a:r>
          </a:p>
          <a:p>
            <a:pPr lvl="1"/>
            <a:r>
              <a:rPr lang="en-US" dirty="0"/>
              <a:t>Can equate to a 2 value test (u1=170, u2=172, same pop?)</a:t>
            </a:r>
          </a:p>
        </p:txBody>
      </p:sp>
      <p:pic>
        <p:nvPicPr>
          <p:cNvPr id="7170" name="Picture 2" descr="graph">
            <a:extLst>
              <a:ext uri="{FF2B5EF4-FFF2-40B4-BE49-F238E27FC236}">
                <a16:creationId xmlns:a16="http://schemas.microsoft.com/office/drawing/2014/main" id="{31EB7353-99C8-8BFB-BF4A-893741554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8867" y="246666"/>
            <a:ext cx="5018023" cy="2515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drawing">
            <a:extLst>
              <a:ext uri="{FF2B5EF4-FFF2-40B4-BE49-F238E27FC236}">
                <a16:creationId xmlns:a16="http://schemas.microsoft.com/office/drawing/2014/main" id="{5FA30B86-1C8C-5B23-F22A-B4B040C28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9842" y="2761812"/>
            <a:ext cx="4967048" cy="353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99A2F84-40AE-873C-8D19-DB33EC83EA5A}"/>
                  </a:ext>
                </a:extLst>
              </p14:cNvPr>
              <p14:cNvContentPartPr/>
              <p14:nvPr/>
            </p14:nvContentPartPr>
            <p14:xfrm>
              <a:off x="7549200" y="620280"/>
              <a:ext cx="4206240" cy="5390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99A2F84-40AE-873C-8D19-DB33EC83EA5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9840" y="610920"/>
                <a:ext cx="4224960" cy="540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74484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96BC-61EF-7026-90EB-0F9CCC23C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69" y="804519"/>
            <a:ext cx="4139285" cy="1049235"/>
          </a:xfrm>
        </p:spPr>
        <p:txBody>
          <a:bodyPr/>
          <a:lstStyle/>
          <a:p>
            <a:r>
              <a:rPr lang="en-US" dirty="0"/>
              <a:t>Go the Other 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3BF81-4BBC-1E21-6571-B570CED86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569" y="1853754"/>
            <a:ext cx="5152501" cy="4254946"/>
          </a:xfrm>
        </p:spPr>
        <p:txBody>
          <a:bodyPr/>
          <a:lstStyle/>
          <a:p>
            <a:r>
              <a:rPr lang="en-US" dirty="0"/>
              <a:t>Type 2 errors happen when we don’t see effect in sample and there is in population. </a:t>
            </a:r>
          </a:p>
          <a:p>
            <a:pPr lvl="1"/>
            <a:r>
              <a:rPr lang="en-US" dirty="0"/>
              <a:t>In this example, that means the population means are actually different. (e.g. 173). </a:t>
            </a:r>
          </a:p>
          <a:p>
            <a:pPr lvl="1"/>
            <a:r>
              <a:rPr lang="en-US" dirty="0"/>
              <a:t>I.e. the sample’s true pop mean is 173 (???)</a:t>
            </a:r>
          </a:p>
          <a:p>
            <a:r>
              <a:rPr lang="en-US" dirty="0"/>
              <a:t>Our null hypothesis is that mean = 170. </a:t>
            </a:r>
          </a:p>
          <a:p>
            <a:pPr lvl="1"/>
            <a:r>
              <a:rPr lang="en-US" dirty="0"/>
              <a:t>The true (unknown) mean is actually higher. </a:t>
            </a:r>
          </a:p>
          <a:p>
            <a:r>
              <a:rPr lang="en-US" dirty="0"/>
              <a:t>The “too high” prediction for population is “too low” for the unknown “true” mean. </a:t>
            </a:r>
          </a:p>
        </p:txBody>
      </p:sp>
      <p:pic>
        <p:nvPicPr>
          <p:cNvPr id="8196" name="Picture 4" descr="drawing">
            <a:extLst>
              <a:ext uri="{FF2B5EF4-FFF2-40B4-BE49-F238E27FC236}">
                <a16:creationId xmlns:a16="http://schemas.microsoft.com/office/drawing/2014/main" id="{D9AF2462-967C-73C9-A86D-93B51BA2F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74426"/>
            <a:ext cx="6915569" cy="370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0869C25-39A0-D6DE-86F2-6A58772B1716}"/>
                  </a:ext>
                </a:extLst>
              </p14:cNvPr>
              <p14:cNvContentPartPr/>
              <p14:nvPr/>
            </p14:nvContentPartPr>
            <p14:xfrm>
              <a:off x="1626840" y="334800"/>
              <a:ext cx="4181760" cy="5136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0869C25-39A0-D6DE-86F2-6A58772B171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17480" y="325440"/>
                <a:ext cx="4200480" cy="515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1843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3272D-6940-8C0F-5945-37E69038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Error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FF83C-599B-AB7B-C965-25CFADEB5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6614"/>
          </a:xfrm>
        </p:spPr>
        <p:txBody>
          <a:bodyPr/>
          <a:lstStyle/>
          <a:p>
            <a:r>
              <a:rPr lang="en-US" dirty="0"/>
              <a:t>The last two slides show the two types of errors (</a:t>
            </a:r>
            <a:r>
              <a:rPr lang="en-US" dirty="0" err="1"/>
              <a:t>kinda</a:t>
            </a:r>
            <a:r>
              <a:rPr lang="en-US" dirty="0"/>
              <a:t>) clearly. </a:t>
            </a:r>
          </a:p>
          <a:p>
            <a:r>
              <a:rPr lang="en-US" dirty="0"/>
              <a:t>Type 1 (p value). </a:t>
            </a:r>
          </a:p>
          <a:p>
            <a:pPr lvl="1"/>
            <a:r>
              <a:rPr lang="en-US" dirty="0"/>
              <a:t>The populations are assumed to be the same (one bell), so “too different” indicates error. </a:t>
            </a:r>
          </a:p>
          <a:p>
            <a:r>
              <a:rPr lang="en-US" dirty="0"/>
              <a:t>Type 2 (power testing). </a:t>
            </a:r>
          </a:p>
          <a:p>
            <a:pPr lvl="1"/>
            <a:r>
              <a:rPr lang="en-US" dirty="0"/>
              <a:t>The populations are assumed to be different (two bells), so “too similar” indicates error. </a:t>
            </a:r>
          </a:p>
          <a:p>
            <a:r>
              <a:rPr lang="en-US" dirty="0"/>
              <a:t>Don’t have a </a:t>
            </a:r>
            <a:r>
              <a:rPr lang="en-US" b="1" dirty="0"/>
              <a:t>true, known </a:t>
            </a:r>
            <a:r>
              <a:rPr lang="en-US" dirty="0"/>
              <a:t>definition of the population mean, so we don’t know which. </a:t>
            </a:r>
          </a:p>
        </p:txBody>
      </p:sp>
    </p:spTree>
    <p:extLst>
      <p:ext uri="{BB962C8B-B14F-4D97-AF65-F5344CB8AC3E}">
        <p14:creationId xmlns:p14="http://schemas.microsoft.com/office/powerpoint/2010/main" val="2679309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68BD-1B17-BF2E-F331-F0406DD7F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FF00E-5421-DDDE-BE49-FD8C09749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156201" cy="4199727"/>
          </a:xfrm>
        </p:spPr>
        <p:txBody>
          <a:bodyPr/>
          <a:lstStyle/>
          <a:p>
            <a:r>
              <a:rPr lang="en-US" dirty="0"/>
              <a:t>The power is all samples that don’t do this. </a:t>
            </a:r>
          </a:p>
          <a:p>
            <a:pPr lvl="1"/>
            <a:r>
              <a:rPr lang="en-US" dirty="0"/>
              <a:t>The pop means are different, and we see it. </a:t>
            </a:r>
          </a:p>
          <a:p>
            <a:r>
              <a:rPr lang="en-US" dirty="0"/>
              <a:t>They may be type 1 errors – good!</a:t>
            </a:r>
          </a:p>
          <a:p>
            <a:pPr lvl="1"/>
            <a:r>
              <a:rPr lang="en-US" dirty="0"/>
              <a:t>They’d be picked up in the </a:t>
            </a:r>
            <a:r>
              <a:rPr lang="en-US" dirty="0" err="1"/>
              <a:t>hyp</a:t>
            </a:r>
            <a:r>
              <a:rPr lang="en-US" dirty="0"/>
              <a:t>. Test. </a:t>
            </a:r>
          </a:p>
          <a:p>
            <a:pPr lvl="1"/>
            <a:r>
              <a:rPr lang="en-US" dirty="0"/>
              <a:t>The leftmost ones are the issue here. </a:t>
            </a:r>
          </a:p>
          <a:p>
            <a:r>
              <a:rPr lang="en-US" dirty="0"/>
              <a:t>But, we don’t know the ‘true’ sample-pop…</a:t>
            </a:r>
          </a:p>
          <a:p>
            <a:r>
              <a:rPr lang="en-US" dirty="0"/>
              <a:t>We need one more addition:</a:t>
            </a:r>
          </a:p>
          <a:p>
            <a:pPr lvl="1"/>
            <a:r>
              <a:rPr lang="en-US" dirty="0"/>
              <a:t>Sample size. </a:t>
            </a:r>
          </a:p>
          <a:p>
            <a:pPr lvl="1"/>
            <a:r>
              <a:rPr lang="en-US" dirty="0"/>
              <a:t>Effect size.  </a:t>
            </a:r>
          </a:p>
          <a:p>
            <a:endParaRPr lang="en-US" dirty="0"/>
          </a:p>
        </p:txBody>
      </p:sp>
      <p:pic>
        <p:nvPicPr>
          <p:cNvPr id="9218" name="Picture 2" descr="drawing">
            <a:extLst>
              <a:ext uri="{FF2B5EF4-FFF2-40B4-BE49-F238E27FC236}">
                <a16:creationId xmlns:a16="http://schemas.microsoft.com/office/drawing/2014/main" id="{8671F6EF-EF2A-170C-E5F9-72A0CA93E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194247"/>
            <a:ext cx="70358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51BFAD9-4BB4-BD67-021F-E6050651F4E9}"/>
                  </a:ext>
                </a:extLst>
              </p14:cNvPr>
              <p14:cNvContentPartPr/>
              <p14:nvPr/>
            </p14:nvContentPartPr>
            <p14:xfrm>
              <a:off x="417960" y="244440"/>
              <a:ext cx="10448280" cy="5766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51BFAD9-4BB4-BD67-021F-E6050651F4E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600" y="235080"/>
                <a:ext cx="10467000" cy="5784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8157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BAB2E-A719-959D-D339-3D68CC88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963" y="804519"/>
            <a:ext cx="9607891" cy="1049235"/>
          </a:xfrm>
        </p:spPr>
        <p:txBody>
          <a:bodyPr/>
          <a:lstStyle/>
          <a:p>
            <a:r>
              <a:rPr lang="en-US" dirty="0"/>
              <a:t>Collecting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0697A-3754-0E36-DA13-90D596DBA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853755"/>
            <a:ext cx="6070599" cy="4199726"/>
          </a:xfrm>
        </p:spPr>
        <p:txBody>
          <a:bodyPr/>
          <a:lstStyle/>
          <a:p>
            <a:r>
              <a:rPr lang="en-US" dirty="0"/>
              <a:t>Sample size or effect size is needed along with cutoffs. </a:t>
            </a:r>
          </a:p>
          <a:p>
            <a:pPr lvl="1"/>
            <a:r>
              <a:rPr lang="en-US" dirty="0"/>
              <a:t>Effect size will tell us the separation between </a:t>
            </a:r>
            <a:r>
              <a:rPr lang="en-US" dirty="0" err="1"/>
              <a:t>dists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Sample size will set shapes of </a:t>
            </a:r>
            <a:r>
              <a:rPr lang="en-US" dirty="0" err="1"/>
              <a:t>dists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calculate the one we are missing. </a:t>
            </a:r>
          </a:p>
          <a:p>
            <a:r>
              <a:rPr lang="en-US" dirty="0"/>
              <a:t>These errors are from different ‘realities’. </a:t>
            </a:r>
          </a:p>
          <a:p>
            <a:pPr lvl="1"/>
            <a:r>
              <a:rPr lang="en-US" dirty="0"/>
              <a:t>If the pop means are actually equal, alpha is error. </a:t>
            </a:r>
          </a:p>
          <a:p>
            <a:pPr lvl="1"/>
            <a:r>
              <a:rPr lang="en-US" dirty="0"/>
              <a:t>If the pop means are actually different, beta is error. </a:t>
            </a:r>
          </a:p>
          <a:p>
            <a:r>
              <a:rPr lang="en-US" dirty="0"/>
              <a:t>We don’t </a:t>
            </a:r>
            <a:r>
              <a:rPr lang="en-US" i="1" dirty="0"/>
              <a:t>know</a:t>
            </a:r>
            <a:r>
              <a:rPr lang="en-US" dirty="0"/>
              <a:t> either, we are estimating w/ error. </a:t>
            </a:r>
          </a:p>
        </p:txBody>
      </p:sp>
      <p:pic>
        <p:nvPicPr>
          <p:cNvPr id="11266" name="Picture 2" descr="drawing">
            <a:extLst>
              <a:ext uri="{FF2B5EF4-FFF2-40B4-BE49-F238E27FC236}">
                <a16:creationId xmlns:a16="http://schemas.microsoft.com/office/drawing/2014/main" id="{95BE9FFC-DFDA-7809-5CE3-C044FC33EC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869"/>
          <a:stretch>
            <a:fillRect/>
          </a:stretch>
        </p:blipFill>
        <p:spPr bwMode="auto">
          <a:xfrm>
            <a:off x="25402" y="2255278"/>
            <a:ext cx="6070600" cy="3200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6D1B76C-D449-6504-32BA-50AEA8E51383}"/>
                  </a:ext>
                </a:extLst>
              </p14:cNvPr>
              <p14:cNvContentPartPr/>
              <p14:nvPr/>
            </p14:nvContentPartPr>
            <p14:xfrm>
              <a:off x="2783160" y="4987080"/>
              <a:ext cx="2372040" cy="1010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6D1B76C-D449-6504-32BA-50AEA8E5138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73800" y="4977720"/>
                <a:ext cx="2390760" cy="102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8126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4B4C6-B1CB-E3D6-38E2-FF1C70B5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68B55-017E-CCAD-6100-12C5804AD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284"/>
            <a:ext cx="9603275" cy="4124197"/>
          </a:xfrm>
        </p:spPr>
        <p:txBody>
          <a:bodyPr/>
          <a:lstStyle/>
          <a:p>
            <a:r>
              <a:rPr lang="en-US" dirty="0"/>
              <a:t>The power tells us, “if there’s an effect, how likely are we to detect it?”. </a:t>
            </a:r>
          </a:p>
          <a:p>
            <a:pPr lvl="1"/>
            <a:r>
              <a:rPr lang="en-US" dirty="0"/>
              <a:t>A.k.a. Sensitivity – the more sensitive, the more likely to notice some effect. </a:t>
            </a:r>
          </a:p>
          <a:p>
            <a:r>
              <a:rPr lang="en-US" dirty="0"/>
              <a:t>Often/usually done pre-survey/collection. </a:t>
            </a:r>
          </a:p>
          <a:p>
            <a:pPr lvl="1"/>
            <a:r>
              <a:rPr lang="en-US" dirty="0"/>
              <a:t>Determine the sample size needed to meet </a:t>
            </a:r>
            <a:r>
              <a:rPr lang="en-US" dirty="0" err="1"/>
              <a:t>reqs</a:t>
            </a:r>
            <a:r>
              <a:rPr lang="en-US" dirty="0"/>
              <a:t> – e.g. we need X level of confidence. </a:t>
            </a:r>
          </a:p>
          <a:p>
            <a:pPr lvl="1"/>
            <a:r>
              <a:rPr lang="en-US" dirty="0"/>
              <a:t>The bigger the sample size, the more confident in the answer, so we can calculate it. </a:t>
            </a:r>
          </a:p>
          <a:p>
            <a:r>
              <a:rPr lang="en-US" dirty="0"/>
              <a:t>You can calculate it post-hoc (after running a test). </a:t>
            </a:r>
          </a:p>
          <a:p>
            <a:pPr lvl="1"/>
            <a:r>
              <a:rPr lang="en-US" dirty="0"/>
              <a:t>Requires assumption that sample effect = population effect. </a:t>
            </a:r>
          </a:p>
          <a:p>
            <a:pPr lvl="1"/>
            <a:r>
              <a:rPr lang="en-US" dirty="0"/>
              <a:t>Kind of questioned in usefulness by real statisticians, it is an actual debate. </a:t>
            </a:r>
          </a:p>
          <a:p>
            <a:pPr lvl="2"/>
            <a:r>
              <a:rPr lang="en-US" dirty="0"/>
              <a:t>To indicate a ‘real’ effect, the best bet is to show all evidence. </a:t>
            </a:r>
          </a:p>
          <a:p>
            <a:pPr lvl="2"/>
            <a:r>
              <a:rPr lang="en-US" dirty="0"/>
              <a:t>We can demonstrate an effect of this size, it appears to not be due to random variation in data. </a:t>
            </a:r>
          </a:p>
        </p:txBody>
      </p:sp>
    </p:spTree>
    <p:extLst>
      <p:ext uri="{BB962C8B-B14F-4D97-AF65-F5344CB8AC3E}">
        <p14:creationId xmlns:p14="http://schemas.microsoft.com/office/powerpoint/2010/main" val="3288604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BB18-3453-A34F-CE4B-C9497F0A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is used less after the fact. Why?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0B20A-9989-7552-168B-0A9D8C917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Look at the design of a typical hypothesis tested example – a drug trial. </a:t>
            </a:r>
          </a:p>
          <a:p>
            <a:pPr lvl="1"/>
            <a:r>
              <a:rPr lang="en-US" dirty="0"/>
              <a:t>There are two groups, control and treatment. </a:t>
            </a:r>
          </a:p>
          <a:p>
            <a:pPr lvl="1"/>
            <a:r>
              <a:rPr lang="en-US" dirty="0"/>
              <a:t>Generally the treatment group show some effect – lower tests, longer life,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p-value in this shows a very important value – false positives. </a:t>
            </a:r>
          </a:p>
          <a:p>
            <a:pPr lvl="1"/>
            <a:r>
              <a:rPr lang="en-US" dirty="0"/>
              <a:t>We see some difference between C and T (e.g. they are healthier) and we want to confirm this isn’t just luck of the draw with our group selection. </a:t>
            </a:r>
          </a:p>
          <a:p>
            <a:r>
              <a:rPr lang="en-US" dirty="0"/>
              <a:t>The power shows the opposite – our drug is useless, but we see an effect. </a:t>
            </a:r>
          </a:p>
          <a:p>
            <a:pPr lvl="1"/>
            <a:r>
              <a:rPr lang="en-US" dirty="0"/>
              <a:t>Is this realistic and important? From stats perspective yes, from reality perspective... Maybe. </a:t>
            </a:r>
          </a:p>
          <a:p>
            <a:pPr lvl="1"/>
            <a:r>
              <a:rPr lang="en-US" dirty="0"/>
              <a:t>Having one randomly selected group be noticeably healthier than another is unlikely. </a:t>
            </a:r>
          </a:p>
          <a:p>
            <a:pPr lvl="1"/>
            <a:r>
              <a:rPr lang="en-US" dirty="0"/>
              <a:t>Mitigated in reality by things like participant selection, and repeated trials (which </a:t>
            </a:r>
            <a:r>
              <a:rPr lang="en-US" i="1" dirty="0"/>
              <a:t>do</a:t>
            </a:r>
            <a:r>
              <a:rPr lang="en-US" dirty="0"/>
              <a:t> happen). </a:t>
            </a:r>
          </a:p>
        </p:txBody>
      </p:sp>
    </p:spTree>
    <p:extLst>
      <p:ext uri="{BB962C8B-B14F-4D97-AF65-F5344CB8AC3E}">
        <p14:creationId xmlns:p14="http://schemas.microsoft.com/office/powerpoint/2010/main" val="3127227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270DE-3C8F-E636-F7F8-63D612DB2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804519"/>
            <a:ext cx="10753103" cy="1049235"/>
          </a:xfrm>
        </p:spPr>
        <p:txBody>
          <a:bodyPr/>
          <a:lstStyle/>
          <a:p>
            <a:r>
              <a:rPr lang="en-US" dirty="0"/>
              <a:t>From Wikipedia and the book – Bet on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9B5C0-5184-07FD-A108-134DD93F3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692845"/>
          </a:xfrm>
        </p:spPr>
        <p:txBody>
          <a:bodyPr/>
          <a:lstStyle/>
          <a:p>
            <a:r>
              <a:rPr lang="en-US" dirty="0"/>
              <a:t>Wikipedia gives a general explanation of the simulation things we’ve done, for power!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98F01-91C0-7A91-C4CE-7BF80759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668" y="2415970"/>
            <a:ext cx="9683096" cy="3637511"/>
          </a:xfrm>
          <a:prstGeom prst="rect">
            <a:avLst/>
          </a:prstGeom>
        </p:spPr>
      </p:pic>
      <p:pic>
        <p:nvPicPr>
          <p:cNvPr id="21" name="Picture 4" descr="Monte-Carlo Casino - Monaco Tribune">
            <a:extLst>
              <a:ext uri="{FF2B5EF4-FFF2-40B4-BE49-F238E27FC236}">
                <a16:creationId xmlns:a16="http://schemas.microsoft.com/office/drawing/2014/main" id="{DA569185-9840-7F6E-3D7E-F014F815F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2017" y="-2521"/>
            <a:ext cx="2919984" cy="185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408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247D-807C-28EA-DDED-411AC652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Hit Monte Carlo!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D7FA2-2169-9EB9-0CC0-9F2D40A75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9" y="1853754"/>
            <a:ext cx="10625086" cy="4277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All of our simulation loops trials are an example of monte </a:t>
            </a:r>
            <a:r>
              <a:rPr lang="en-US" dirty="0" err="1"/>
              <a:t>carlo</a:t>
            </a:r>
            <a:r>
              <a:rPr lang="en-US" dirty="0"/>
              <a:t> simulation. </a:t>
            </a:r>
          </a:p>
          <a:p>
            <a:r>
              <a:rPr lang="en-US" dirty="0"/>
              <a:t>Monte </a:t>
            </a:r>
            <a:r>
              <a:rPr lang="en-US" dirty="0" err="1"/>
              <a:t>carlo</a:t>
            </a:r>
            <a:r>
              <a:rPr lang="en-US" dirty="0"/>
              <a:t> simulations are based on repeated random sampling. </a:t>
            </a:r>
          </a:p>
          <a:p>
            <a:pPr lvl="1"/>
            <a:r>
              <a:rPr lang="en-US" dirty="0"/>
              <a:t>There’s not a strict definition, basically things that resemble what we’re doing. </a:t>
            </a:r>
          </a:p>
          <a:p>
            <a:r>
              <a:rPr lang="en-US" dirty="0"/>
              <a:t>The concept of monte </a:t>
            </a:r>
            <a:r>
              <a:rPr lang="en-US" dirty="0" err="1"/>
              <a:t>carlo</a:t>
            </a:r>
            <a:r>
              <a:rPr lang="en-US" dirty="0"/>
              <a:t> simulation are used in several places. </a:t>
            </a:r>
          </a:p>
          <a:p>
            <a:pPr lvl="1"/>
            <a:r>
              <a:rPr lang="en-US" dirty="0"/>
              <a:t>Back when I was a kid, we used it for robot navigation in school. </a:t>
            </a:r>
          </a:p>
          <a:p>
            <a:pPr lvl="1"/>
            <a:r>
              <a:rPr lang="en-US" dirty="0"/>
              <a:t>In finance, used with portfolio planning. </a:t>
            </a:r>
          </a:p>
          <a:p>
            <a:pPr lvl="2"/>
            <a:r>
              <a:rPr lang="en-US" dirty="0"/>
              <a:t>Different assets can have their performance modeled with some distribution. </a:t>
            </a:r>
          </a:p>
          <a:p>
            <a:pPr lvl="2"/>
            <a:r>
              <a:rPr lang="en-US" dirty="0"/>
              <a:t>Generate many samples of asset performance. </a:t>
            </a:r>
          </a:p>
          <a:p>
            <a:pPr lvl="2"/>
            <a:r>
              <a:rPr lang="en-US" dirty="0"/>
              <a:t>Tabulate the results, and see the expected outcome. </a:t>
            </a:r>
          </a:p>
          <a:p>
            <a:pPr lvl="2"/>
            <a:r>
              <a:rPr lang="en-US" dirty="0"/>
              <a:t>If you’ve heard of the 4% rule for long-term retirement planning, this can test that. </a:t>
            </a:r>
          </a:p>
          <a:p>
            <a:r>
              <a:rPr lang="en-US" dirty="0"/>
              <a:t>Quality of prediction is mostly based on how well the model fits reality (and variance). </a:t>
            </a:r>
          </a:p>
        </p:txBody>
      </p:sp>
      <p:pic>
        <p:nvPicPr>
          <p:cNvPr id="14338" name="Picture 2" descr="Monaco og Monte-Carlo by Night med privat sjåfør/guide | GetYourGuide">
            <a:extLst>
              <a:ext uri="{FF2B5EF4-FFF2-40B4-BE49-F238E27FC236}">
                <a16:creationId xmlns:a16="http://schemas.microsoft.com/office/drawing/2014/main" id="{DDE8E54F-AE30-67E1-30D2-A34213528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1952" y="726683"/>
            <a:ext cx="267004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9" descr="1: Aibo, a modern toy from Sony. | Download Scientific Diagram">
            <a:extLst>
              <a:ext uri="{FF2B5EF4-FFF2-40B4-BE49-F238E27FC236}">
                <a16:creationId xmlns:a16="http://schemas.microsoft.com/office/drawing/2014/main" id="{6B9A9632-4D8E-C131-464C-1E5B6577A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7731" y="3391190"/>
            <a:ext cx="2328169" cy="2534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17BC8A0-F20C-41E5-AD61-E28493890420}"/>
                  </a:ext>
                </a:extLst>
              </p14:cNvPr>
              <p14:cNvContentPartPr/>
              <p14:nvPr/>
            </p14:nvContentPartPr>
            <p14:xfrm>
              <a:off x="3105360" y="5862960"/>
              <a:ext cx="5063040" cy="505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17BC8A0-F20C-41E5-AD61-E2849389042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96000" y="5853600"/>
                <a:ext cx="5081760" cy="524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92301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D6B0-99D9-ADBB-1D65-2C10E90D3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Coolness of Monte Carlo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DBC90-FEFD-05B4-B238-872B8CA7F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concept of monte </a:t>
            </a:r>
            <a:r>
              <a:rPr lang="en-US" dirty="0" err="1"/>
              <a:t>carlo</a:t>
            </a:r>
            <a:r>
              <a:rPr lang="en-US" dirty="0"/>
              <a:t> simulation is very useful, if a bit confusing at first. </a:t>
            </a:r>
          </a:p>
          <a:p>
            <a:pPr lvl="1"/>
            <a:r>
              <a:rPr lang="en-US" dirty="0"/>
              <a:t>We require relatively few assumptions. </a:t>
            </a:r>
          </a:p>
          <a:p>
            <a:pPr lvl="1"/>
            <a:r>
              <a:rPr lang="en-US" dirty="0"/>
              <a:t>As long as we have a model (of expectations), we can do it. </a:t>
            </a:r>
          </a:p>
          <a:p>
            <a:pPr lvl="2"/>
            <a:r>
              <a:rPr lang="en-US" dirty="0"/>
              <a:t>We may have to do some work to frame the problem in the correct terms. </a:t>
            </a:r>
          </a:p>
          <a:p>
            <a:pPr lvl="1"/>
            <a:r>
              <a:rPr lang="en-US" dirty="0"/>
              <a:t>If sample sizes are small, MC may be much better (as long as we can fit a model). </a:t>
            </a:r>
          </a:p>
          <a:p>
            <a:r>
              <a:rPr lang="en-US" dirty="0"/>
              <a:t>For us – focus on what (specifically and literally) is being tested. </a:t>
            </a:r>
          </a:p>
          <a:p>
            <a:pPr lvl="1"/>
            <a:r>
              <a:rPr lang="en-US" dirty="0"/>
              <a:t>Any probability thing can be simulated if we can define a good model. </a:t>
            </a:r>
          </a:p>
          <a:p>
            <a:pPr lvl="1"/>
            <a:r>
              <a:rPr lang="en-US" dirty="0"/>
              <a:t>Hypothesis tests are specific implementations that don’t require code/data. </a:t>
            </a:r>
          </a:p>
          <a:p>
            <a:pPr lvl="2"/>
            <a:r>
              <a:rPr lang="en-US" dirty="0"/>
              <a:t>Can calculate a direct estimate, as long as requisites are met. </a:t>
            </a:r>
          </a:p>
          <a:p>
            <a:pPr lvl="1"/>
            <a:r>
              <a:rPr lang="en-US" dirty="0"/>
              <a:t>We can tackle almost any problem, even if we don’t know the theory of what it is. </a:t>
            </a:r>
          </a:p>
        </p:txBody>
      </p:sp>
    </p:spTree>
    <p:extLst>
      <p:ext uri="{BB962C8B-B14F-4D97-AF65-F5344CB8AC3E}">
        <p14:creationId xmlns:p14="http://schemas.microsoft.com/office/powerpoint/2010/main" val="3649028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C9B2C-D9CF-7793-776E-C8A7615B3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simulate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06D5A-C471-1FF1-E3A6-FCEE2F7FF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the simulation loops we saw several approaches, without much justification. </a:t>
            </a:r>
          </a:p>
          <a:p>
            <a:pPr lvl="1"/>
            <a:r>
              <a:rPr lang="en-US" dirty="0"/>
              <a:t>Create analytical model, generate new sample sets. </a:t>
            </a:r>
          </a:p>
          <a:p>
            <a:pPr lvl="1"/>
            <a:r>
              <a:rPr lang="en-US" dirty="0"/>
              <a:t>Use permutation – take the original data, reshuffle the sets. </a:t>
            </a:r>
          </a:p>
          <a:p>
            <a:pPr lvl="1"/>
            <a:r>
              <a:rPr lang="en-US" dirty="0"/>
              <a:t>Discreet data (coin flips) calling a probability model. </a:t>
            </a:r>
          </a:p>
          <a:p>
            <a:r>
              <a:rPr lang="en-US" dirty="0"/>
              <a:t>All run a ‘trial’ and tabulates the results, but the details of the trial seem open. </a:t>
            </a:r>
          </a:p>
          <a:p>
            <a:r>
              <a:rPr lang="en-US" dirty="0"/>
              <a:t>How do we know which one works in which situation? </a:t>
            </a:r>
          </a:p>
          <a:p>
            <a:pPr lvl="1"/>
            <a:r>
              <a:rPr lang="en-US" dirty="0"/>
              <a:t>If it fits a pattern we’ve seen (</a:t>
            </a:r>
            <a:r>
              <a:rPr lang="en-US" dirty="0" err="1"/>
              <a:t>ttest</a:t>
            </a:r>
            <a:r>
              <a:rPr lang="en-US" dirty="0"/>
              <a:t>=permutation, generalization=model), we can use that. </a:t>
            </a:r>
          </a:p>
          <a:p>
            <a:pPr lvl="1"/>
            <a:r>
              <a:rPr lang="en-US" dirty="0"/>
              <a:t>Beyond that, it is judgment – which method best approximates (models) reality.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164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23C4C-6621-1118-C261-2989DDEF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935891" cy="1049235"/>
          </a:xfrm>
        </p:spPr>
        <p:txBody>
          <a:bodyPr/>
          <a:lstStyle/>
          <a:p>
            <a:r>
              <a:rPr lang="en-US" dirty="0"/>
              <a:t>Example – Permutation vs Analytical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6D49E-6CDB-D8D9-A521-916FE9353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393091" cy="4291865"/>
          </a:xfrm>
        </p:spPr>
        <p:txBody>
          <a:bodyPr/>
          <a:lstStyle/>
          <a:p>
            <a:r>
              <a:rPr lang="en-US" dirty="0"/>
              <a:t>Suppose you’re doing a </a:t>
            </a:r>
            <a:r>
              <a:rPr lang="en-US" dirty="0" err="1"/>
              <a:t>ttest</a:t>
            </a:r>
            <a:r>
              <a:rPr lang="en-US" dirty="0"/>
              <a:t> – we see a difference in means between G1 and G2. </a:t>
            </a:r>
          </a:p>
          <a:p>
            <a:pPr lvl="1"/>
            <a:r>
              <a:rPr lang="en-US" dirty="0"/>
              <a:t>Is it real, or is it likely due to randomness?</a:t>
            </a:r>
          </a:p>
          <a:p>
            <a:pPr lvl="1"/>
            <a:r>
              <a:rPr lang="en-US" dirty="0"/>
              <a:t>More wordily – w/ a difference this large, how likely is it to get that if each are from same pop. </a:t>
            </a:r>
          </a:p>
          <a:p>
            <a:r>
              <a:rPr lang="en-US" dirty="0"/>
              <a:t>Permutation (what we’ve done here and in book). </a:t>
            </a:r>
          </a:p>
          <a:p>
            <a:pPr lvl="1"/>
            <a:r>
              <a:rPr lang="en-US" dirty="0"/>
              <a:t>Randomly reshuffle G1 and G2 together(pseudo-pop), split into two new groups, measure difference. </a:t>
            </a:r>
          </a:p>
          <a:p>
            <a:r>
              <a:rPr lang="en-US" dirty="0"/>
              <a:t>Analytical model simulation. </a:t>
            </a:r>
          </a:p>
          <a:p>
            <a:pPr lvl="1"/>
            <a:r>
              <a:rPr lang="en-US" dirty="0"/>
              <a:t>Create analytical model representing population, create new groups, measure difference. </a:t>
            </a:r>
          </a:p>
          <a:p>
            <a:r>
              <a:rPr lang="en-US" dirty="0"/>
              <a:t>Which one is the better approach? Kind of depends on N (sample size). </a:t>
            </a:r>
          </a:p>
          <a:p>
            <a:pPr lvl="1"/>
            <a:r>
              <a:rPr lang="en-US" dirty="0"/>
              <a:t>As N increases, the two approaches will converge…</a:t>
            </a:r>
          </a:p>
          <a:p>
            <a:pPr lvl="1"/>
            <a:r>
              <a:rPr lang="en-US" dirty="0"/>
              <a:t>Permutation introduces fewer assumptions, so that’s what the book did. We could choose others…</a:t>
            </a:r>
          </a:p>
        </p:txBody>
      </p:sp>
    </p:spTree>
    <p:extLst>
      <p:ext uri="{BB962C8B-B14F-4D97-AF65-F5344CB8AC3E}">
        <p14:creationId xmlns:p14="http://schemas.microsoft.com/office/powerpoint/2010/main" val="1992097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5F383-97C1-A643-DCC3-42D3CDAD8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 in Practice?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A7D1D-882F-F316-55D0-E08346896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we encounter situations like this, we need to select the correct tool. </a:t>
            </a:r>
          </a:p>
          <a:p>
            <a:r>
              <a:rPr lang="en-US" dirty="0"/>
              <a:t>Ensure that what exactly you’re checking/testing is clear. </a:t>
            </a:r>
          </a:p>
          <a:p>
            <a:pPr lvl="1"/>
            <a:r>
              <a:rPr lang="en-US" dirty="0"/>
              <a:t>This may involve some arithmetic, rearranging how the problem is written,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Framing the question/problem to meet our patterns can be weird sometimes. </a:t>
            </a:r>
          </a:p>
          <a:p>
            <a:r>
              <a:rPr lang="en-US" dirty="0"/>
              <a:t>If we have the values, assumptions are met, we can calculate with formula. </a:t>
            </a:r>
          </a:p>
          <a:p>
            <a:r>
              <a:rPr lang="en-US" dirty="0"/>
              <a:t>In other scenarios, or if we think the calc isn’t sufficient, we can simulate. </a:t>
            </a:r>
          </a:p>
          <a:p>
            <a:pPr lvl="1"/>
            <a:r>
              <a:rPr lang="en-US" dirty="0"/>
              <a:t>Assumptions not met, forgot test needed, need more ‘evidence’, complex scenario,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As long are our model is accurate, this works. </a:t>
            </a:r>
          </a:p>
          <a:p>
            <a:pPr lvl="1"/>
            <a:r>
              <a:rPr lang="en-US" dirty="0"/>
              <a:t>Accurately modeling real life into a probability is the major roadblock here, not method.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216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DE35F-1285-FBD2-5071-D87B6E914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(this isn’t Trivial)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385D-78BD-1BBB-CCD5-47A77E618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Simulate retirement drawdown (take money out) for early retirement. </a:t>
            </a:r>
          </a:p>
          <a:p>
            <a:pPr lvl="1"/>
            <a:r>
              <a:rPr lang="en-US" dirty="0"/>
              <a:t>$1.4 million invested at the start, we want to live for 50 years post retirement. </a:t>
            </a:r>
          </a:p>
          <a:p>
            <a:r>
              <a:rPr lang="en-US" dirty="0"/>
              <a:t>Monte Carlo modelling (I assumed monthly calculations for all):</a:t>
            </a:r>
          </a:p>
          <a:p>
            <a:pPr lvl="1"/>
            <a:r>
              <a:rPr lang="en-US" dirty="0"/>
              <a:t>Determine a model for “expected stock returns” (</a:t>
            </a:r>
            <a:r>
              <a:rPr lang="en-US" dirty="0" err="1"/>
              <a:t>yfinance</a:t>
            </a:r>
            <a:r>
              <a:rPr lang="en-US" dirty="0"/>
              <a:t>). </a:t>
            </a:r>
          </a:p>
          <a:p>
            <a:pPr lvl="2"/>
            <a:r>
              <a:rPr lang="en-US" dirty="0"/>
              <a:t>You may need to manipulate the data from prices to returns. </a:t>
            </a:r>
          </a:p>
          <a:p>
            <a:pPr lvl="1"/>
            <a:r>
              <a:rPr lang="en-US" dirty="0"/>
              <a:t>Determine a model for “money withdrawn” – your living expenses. Assume $5k/m to start. </a:t>
            </a:r>
          </a:p>
          <a:p>
            <a:pPr lvl="2"/>
            <a:r>
              <a:rPr lang="en-US" dirty="0"/>
              <a:t>This may be flat, or increasing over time. Should be based on some input from user. </a:t>
            </a:r>
          </a:p>
          <a:p>
            <a:pPr lvl="1"/>
            <a:r>
              <a:rPr lang="en-US" dirty="0"/>
              <a:t>Determine a model for inflation (reduction in money value). </a:t>
            </a:r>
          </a:p>
          <a:p>
            <a:pPr lvl="1"/>
            <a:r>
              <a:rPr lang="en-US" dirty="0"/>
              <a:t>(Optional) They’re American, so in each year there is a 1% chance of a medical issue costing $100k.</a:t>
            </a:r>
          </a:p>
          <a:p>
            <a:r>
              <a:rPr lang="en-US" dirty="0"/>
              <a:t>Month you take cash, investment move, inflation reduces the spending power. </a:t>
            </a:r>
          </a:p>
          <a:p>
            <a:pPr lvl="1"/>
            <a:r>
              <a:rPr lang="en-US" dirty="0"/>
              <a:t>All of this requires research and approximation, there’s not one correct answer. </a:t>
            </a:r>
          </a:p>
          <a:p>
            <a:pPr lvl="1"/>
            <a:r>
              <a:rPr lang="en-US" dirty="0"/>
              <a:t>Start with a simple model (e.g. inflation is 2%), then get more advanced (we have a dist. Of values).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BA69082-8933-2C53-D37B-6175B43F82A7}"/>
                  </a:ext>
                </a:extLst>
              </p14:cNvPr>
              <p14:cNvContentPartPr/>
              <p14:nvPr/>
            </p14:nvContentPartPr>
            <p14:xfrm>
              <a:off x="1708920" y="513720"/>
              <a:ext cx="9119880" cy="4410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BA69082-8933-2C53-D37B-6175B43F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99560" y="504360"/>
                <a:ext cx="9138600" cy="4429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3746161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1583</TotalTime>
  <Words>2301</Words>
  <Application>Microsoft Macintosh PowerPoint</Application>
  <PresentationFormat>Widescreen</PresentationFormat>
  <Paragraphs>191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Gill Sans MT</vt:lpstr>
      <vt:lpstr>Gallery</vt:lpstr>
      <vt:lpstr>Housekeeping</vt:lpstr>
      <vt:lpstr>Upcoming stuff</vt:lpstr>
      <vt:lpstr>Power and Monte Carlo</vt:lpstr>
      <vt:lpstr>Power and Alpha</vt:lpstr>
      <vt:lpstr>Calculating Power</vt:lpstr>
      <vt:lpstr>An Example</vt:lpstr>
      <vt:lpstr>Side Note – Data is Standardized</vt:lpstr>
      <vt:lpstr>Run some Sims</vt:lpstr>
      <vt:lpstr>Go the Other Way</vt:lpstr>
      <vt:lpstr>Difference in Error Types </vt:lpstr>
      <vt:lpstr>Power</vt:lpstr>
      <vt:lpstr>Collecting Errors</vt:lpstr>
      <vt:lpstr>Using Power</vt:lpstr>
      <vt:lpstr>Power is used less after the fact. Why? </vt:lpstr>
      <vt:lpstr>From Wikipedia and the book – Bet on it!</vt:lpstr>
      <vt:lpstr>Let’s Hit Monte Carlo!</vt:lpstr>
      <vt:lpstr>The Coolness of Monte Carlo</vt:lpstr>
      <vt:lpstr>How to simulate</vt:lpstr>
      <vt:lpstr>Example – Permutation vs Analytical models</vt:lpstr>
      <vt:lpstr>What To do in Practice? </vt:lpstr>
      <vt:lpstr>Try (this isn’t Trivial)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11</cp:revision>
  <dcterms:created xsi:type="dcterms:W3CDTF">2025-10-30T17:28:25Z</dcterms:created>
  <dcterms:modified xsi:type="dcterms:W3CDTF">2025-10-31T19:52:55Z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2025-10-30T17:28:43Z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bd6d98c2-a67f-47b4-b59d-19be1aeba8eb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