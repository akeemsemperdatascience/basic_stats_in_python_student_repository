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69" r:id="rId18"/>
    <p:sldId id="272" r:id="rId19"/>
    <p:sldId id="273" r:id="rId20"/>
    <p:sldId id="275" r:id="rId21"/>
    <p:sldId id="276" r:id="rId22"/>
    <p:sldId id="277" r:id="rId23"/>
    <p:sldId id="278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/>
    <p:restoredTop sz="94627"/>
  </p:normalViewPr>
  <p:slideViewPr>
    <p:cSldViewPr snapToGrid="0">
      <p:cViewPr varScale="1">
        <p:scale>
          <a:sx n="123" d="100"/>
          <a:sy n="123" d="100"/>
        </p:scale>
        <p:origin x="20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1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24575,'4'23'0,"3"26"0,2 16-3277,4 17 0,3 11 0,-2-4 2532,-2 7 0,0 3 745,0-20 0,3 9 0,0-1 0,-4-7 713,-3 12 0,0 10-713,0-32 0,2 11 0,1 10 0,1 5 0,1 6 0,-1 0 0,-1 0 0,-1-4 0,-3-7 0,0 1 0,-1 0 0,-1 1 0,0 1 0,0 0 0,1 2 0,0 0 0,1 1 0,0 0 0,1 2 0,0 2 0,1 0 0,0 2 0,0-1 0,0-1 0,-1-2 0,0-1 0,-1-4 0,1 7 0,-1-2 0,0-2 0,0-1 0,-1-2 0,0 0 0,0-1 0,-1-1 0,1 4 0,-1-2 0,-1-2 0,0 1 0,0-1 0,-1 3 0,0 2 0,-1-1 0,-1 2 0,0 2 0,-1 1 0,1 0 0,-1 0 0,1-2 0,1-1 0,1-9 0,0 0 0,0-1 0,1 0 0,0-2 0,-1 1 0,0-1 0,-1 1 0,-2 12 0,-1 3 0,-1 0 0,0-1 0,0-6 0,2-6 0,2-11 633,5 16 0,2-12 0,-2-6-633,-1 15 0,-3-5 0,0-9 0,-2-3 0,-3-11 0,0-5 0,1 24 0,-3-69 1212,4-4-1212,0 0 0,0 8 0,0-2 0,0 7 0,0-8 6784,0 7-6784,0-10 0,0 6 0,0-8 0,4-8 0,1 2 0,0-4 0,3 10 0,-7 9 0,-5-3 0,2-2 0,-6-9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1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1 234 24575,'32'0'0,"20"-5"-4916,32 1 1,6 0 3425,0-3 2299,-29 5 1,11 0 0,3 0-810,23-4 0,6-1 0,-10 1 0,-18 4 0,8-1-379,-7 1 0,21-2 0,12-1 0,5 0 0,-3 0 0,-11 1 0,-20-1 379,-9 0 0,-13 1 0,10-1 0,9 2 0,17 0 0,8 0 0,-4 0 0,-12-1 0,-21 0 0,22-9 0,-32 10 0,-10 0 0,-32-1 4426,-1 3-4426,-4-3 335,8 0-335,12 3 6784,0-7-6784,13 7 0,-21-3 0,5 4 0,-8-4 0,5-2 0,4-3 0,-8 0 0,30-8 0,-28 6 0,33-2 0,-6 9 0,51 4 0,-27 0-970,-15 2 1,21 1 0,14 1 0,8 2 0,0-1 0,-7 0 0,-12 0 969,-2 1 0,-9-1 0,0 1 0,15 0-505,-9-1 1,12 1 0,7 0 0,6 0 0,2 0 0,-1-1 0,-5 1 0,-6-1 0,-12 0 504,19 0 0,-13-1 0,-2 0 0,11 2-434,-11-1 1,8 2-1,6 0 1,0 1 0,-1-1-1,-6-2 1,-10 0 433,4-2 0,-10-3 0,0 1 0,9 2-290,-3 1 0,9 2 0,6 1 1,2 0-1,-3 0 0,-5-1 0,-10 0 290,26-1 0,-11 0 0,5-1 399,-18 0 0,6-2 0,1 1 0,-3 1 1,-11 0-400,-1 3 0,-9 1 0,-2-2 1058,23-7 1,-8 0-1059,15 9 0,-29-15 0,9-6 0,-6 3 0,-7 6 0,2 1 0,24-6 0,12-3 0,-6 6 1255,-4 10 0,6 4-1255,-12-4 0,14 1 0,7 0 0,-2 1 0,-9 1 185,-10 2 1,-7 1 0,0 1-1,7-1-185,13 1 0,10-1 0,2 1 0,-7 1 0,-13-1 0,-11 2 0,-11 0 0,2 1-447,10 1 0,0 1 0,-5-2 447,-5 1 0,1-2 0,-2-3 0,6 0 0,-7 1 0,-5 0 0,5 1 0,7-1 0,18 1 0,6 2 0,-2-1 0,-13-1-204,-8 0 0,-9-2 1,13 4 203,-3-2 0,13 3 0,8 1 0,3 1 0,0 0 0,-5 0 0,-10-2-549,9 3 0,-9-1 0,-1-1 0,7 1 549,-9-4 0,7 1 0,1 0 0,1-1 0,-2 0 0,-6-1 0,12 3 0,-5-1 0,-2-1 0,1-1 0,1-3 0,1-1 0,-2-2 0,-6 0 659,-3-1 0,-4-2 1,1 2-660,16 3 0,2 1 0,-12-2 0,-18-5 0,-1-1 0,25 2 0,12 2 0,-11-2 0,-21-3 0,-3 0 0,6 0 0,5 0 0,-10 0 0,19 0 1289,-9 4-1289,-46-3 1914,9 3-1914,-30 0 1527,9-3 1,-15 3 0,3-4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0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21 24575,'0'23'0,"4"-1"0,1-4 0,8 0 0,-7-12 0,-6-19 0,-6-4 0,-11-18-6784,7 20 6784,0-2 0,2 8 0,7 8 0,5 22 0,2 9 0,3 3 0,-5-12 0,-4-17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78 24575,'10'4'0,"-2"1"0,-8 4 0,0 0 0,-4 4 0,-5-7 0,-5 6 0,0-11 0,0 3 0,5-4 0,0 0 0,0 4 0,0-3 0,0 3 0,0-4 0,-4-8 0,-13-20 0,1 5 0,-7-13 0,18 22 0,-2 1 0,14 4 0,-10 4 0,15 1 0,2 4 0,5 0 0,3 0 0,-4-4-1696,4 3 0,-7-3 0,2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2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24575,'9'18'0,"6"47"0,-9-17 0,3 45 0,-5-47 0,-3-7 0,11-18 0,-10-19 0,6 1 0,-16-20 0,2 1 0,-7-10 0,4 11 0,0 2 0,0 5 0,4 11 0,1-2 0,4 4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3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24575,'9'5'0,"0"3"0,0-7 0,12 11 0,-9-10 0,9 6 0,-12-8 0,-4 8 0,-1-2 0,0 11 0,-3-7 0,3 7 0,-4 5 0,0-6 0,0 13 0,4-18 0,-3 6 0,7-12 0,-7-5 0,3-5 0,-8 0 0,7-3 0,-6 7 0,7-3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5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97 24575,'-5'-18'0,"1"3"-9831,4-6 8341,0 10 4308,-5-10-2818,8 15-2818,-2 2 2818,8 5 0,4 15 0,-3-13 4537,11 25-4537,-10-24-4537,2 16 4537,-5-19 4537,-3 7-4537,4-3 0,4 4 0,1 0 0,0 0 0,-1 0 0,-4 0 0,0-4 0,-4 7 0,3-6 0,-3 7 0,8 4 0,-3-10 0,-1 9 6784,-1-15-6784,-3 7 0,4-7 0,0 7 0,0-3 0,-8 0 0,2-1 0,-7-4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6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24575,'9'10'0,"4"2"0,9-3 0,6 9 0,12 9 0,-15-7 0,0 1 0,-16-16-6784,0 3 6784,0-3 0,4 8 0,5 1 0,-7 0 0,9 3 0,-14-7 0,3 3 0,-5-12 0,-12-10 0,2 2 0,-3-9 0,5 15 0,4-3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27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119 168 24575,'-5'-18'0,"-3"0"0,3 0 0,0 0 0,-3-21 0,7 20 0,1-10 0,1 21 0,7 11 0,-7-2 0,-1 12 0,-9 1 0,2 4 0,-13 12-6784,17-13 6784,-13 4 0,11-17 0,-4-4 0,4 4 0,-3-3 0,3 3 0,0-4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3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24575,'13'9'0,"-3"12"0,11 43 0,1 16 0,-11-23 0,0 11-1639,4 4 1,4 21-1,3 11 1,1 1 0,-3-8-1,-4-17 894,0 17 0,0-4 745,0-11 0,3 17 0,1 2 0,-1-13 0,-4-27 2818,1-16-2818,-4 11 1719,2-21-1719,7 58 0,-12-50 0,5 6 0,-3 1 0,-9-9 0,1 9 0,0 3 0,-3 20-578,0-2 0,0 14 0,0-7 578,0-14 0,0 4 0,0 12 0,0 16 0,0 1 0,0-16 0,0-9 0,0-2 0,0 21 0,0 9 0,0-20 5925,0-17-5925,3-1 0,0-6 0,-2-29 0,5 44 0,0-39 0,-1 15 0,3 9-247,5-4 0,1 6 247,-1 16 0,0 11 0,-2-3-833,2 11 1,-2 0 832,-1-17 0,0 2 0,-3-9 0,-6-14 0,-1-4 0,3 16 0,0 0 0,-2-12 0,-2 1 0,-4 24 0,-1-1 0,5-26 0,-1 2 0,-4 11 0,-3 6 0,3-8 0,4 24 0,-1 0 0,-1 19 0,1-12 0,3-30 0,0 2-199,0 5 1,0 13 0,0 0 0,0-12 198,0-7 0,0 0 0,3 28 0,1 12 0,1-13 0,1-29 0,0-3 0,1 33 0,0-5 0,2-7 0,-8-16 0,-1 11 0,-1-12-1287,1 13 1287,0-14 0,1 19 0,-1 2 0,-1-14 0,-4-7 0,1-3 0,2 6 0,2 6 0,-1-5 0,-4-5 0,1 0-605,7 36 1,3 0 604,-6-38 0,2 5 0,7 14 0,4 15 0,1 1 0,-3-14 0,-4-9 0,1-2 0,7 10 0,2 8 0,-4-19 1316,-6-10-1316,-1-5 2830,-6-23-2830,10 55 0,-8-38 0,8 11 0,0 0 1565,-8-3-1565,13 38 0,-13-13 0,7 12 0,-2-10 0,-4-21 0,0-4 2330,3-15-2330,-6 8 0,0-4 0,0-25 0,0 32 0,0-36 0,0 26 0,4-29 0,-3 10 0,3-12 0,0 45 0,-3-35 0,3 52 0,0-54 0,-3 16 0,3-23 0,-4 2 0,0-8 0,0-4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34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0 314 24575,'14'-5'0,"19"-7"0,3 10 0,12-6 0,-1 2 0,11 5 0,32-10 0,9 0 0,-34 9 0,1 1-149,2-5 1,6 0 0,-2 2 148,20 8 0,-10 2-1763,1-4 1763,-6 9 0,14 5 0,-13-4 0,10-4 0,-21 6 0,11 4 0,-10-5 0,25-9-296,-30 7 0,-2-1 296,12-9-5857,-17 5 5857,-11-6 221,19 4-221,2-3 0,29 3 1163,-25-4-1163,-11 0 0,-25 0 442,46 0-442,-57 0 6761,47 0-6761,-56 0 70,38-4-70,-16-3 0,63-4 0,-23 3 0,-21 0 0,-1 1 0,21 5 0,-8-8 0,28 5 0,1-13 0,-40 12 0,-2-2 0,24-13 0,-37 16 0,-17 1 0,2 0 0,-4 3 0,5-3 0,36 4 0,0 0 0,29-12 0,-31 9 0,14-20 0,-23 16 0,25-18 0,-34 14 0,44-16 0,-63 20 0,48-7 0,-54 14 0,21 0 0,-15 0 0,11 0 0,-11 0 0,22 0 0,-5-4 0,29 3 0,-28-7 0,48 7 0,-13-3-1143,-18 3 0,3 2 1143,-10-1 0,2 0-622,35 0 0,-3 0 622,-4-6 0,-14 6 0,-4-2 0,-16-14 0,17 0 0,-21 3 0,12-5 0,-37 17 2130,11-8-2130,-14 8 1400,17-7-1400,-21 7 0,9-3 0,-8 4 0,9 0 0,31 0 0,39 0 0,-17 0 0,12 0 0,-39 0 0,-16 0 0,13 0 0,-17 0 0,2-4 0,12 3 0,-16-3 0,13 4 0,-20 0 0,6 0 0,-14 0 0,10 0 0,-15 0 0,2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43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279 133 8191,'-9'-9'0,"-20"-21"5063,7 12-5063,-18-16 2818,1 12-2818,0 10 1719,-14 4-1719,23 25 6784,12 19-6784,36 7 0,7-6 0,18-16 0,-6-21 0,-4-1 0,-15-27 0,-23 2 0,-10-12 0,5 16 0,3 18 0,15 5 0,-3 3 0,4-4 0,4 0 0,-3 0 0,3 0 0,-8-4 0,3 3 0,-7-3 0,3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45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129 110 24575,'-9'-5'0,"-9"-11"0,-1 0 0,-8-11 0,4 8 0,5 2 0,4 12 0,13 1 0,6 16 0,5-5 0,3 10 0,-8-8 0,3-4 0,5 11 0,-2-13 0,18 21 0,-17-21 0,9 9 0,-20-12 0,2-4 0,-7-1 0,4-5 0,0 5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46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23 223 24575,'4'-10'0,"1"-3"0,0 8 0,3 0-8503,-7-3 8503,7 7 1719,-3-3-1719,0 0 0,3 3 0,-3-3-4537,4 0 4537,4-1 4537,9-8-4537,16-13 0,-12 9 0,17-32 0,-35 34 0,0-19 6784,-15 29-6784,-18 17 0,17-4 0,-8 25 0,16-21 0,0 9 0,-4-16 0,3 3 0,-7-7 0,-22 7 0,15-3 0,-26 0 0,26-1 0,-4-4 0,2 4 0,7-3 0,-3 3 0,4-4 0,4 4 0,5-3 0,5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3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1 24575,'4'14'0,"1"-5"0,0-1 0,-1-3 0,0 4 0,7 21 0,4-11 0,-4 12 0,1-14 0,-7-7 0,0 3 0,3-8 0,-11-5 0,-6-9-6784,-6-1 6784,-17-5-4537,2 10 4537,-10-1-60,-11 1 0,-1 0 60,10 3 0,-51-7 0,89 9 4477,-3-9-4477,16 3 6695,0-3-6695,-4 1 269,3 7-269,-3-3 0,4 4 0,-4 4 0,3-3 0,1 3 0,1-8 0,15-5 0,-13 3 0,5 2 0,-9 9 0,-7 4 0,3 0 0,-4 4-1696,4-3 0,-3-1 0,3-5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48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65 151 24575,'14'14'0,"19"3"0,-27-19 0,17 0 0,-35-21 0,-6-12 0,2 13 0,-14-16 0,23 35 0,-1-8 0,9 11 0,-5-9 0,-2-1 0,-7-3 0,4 8 0,0-3 0,4 15 0,1-5 0,4 7 0,0-5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0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0 24575,'4'22'0,"1"-7"0,4 2 0,-4-8 0,3-4 0,-3 3 0,4-3 0,0 0 0,-8-1 0,-6-4 0,-9 0 0,-13-4-6784,-2 3 6784,-10-3 0,-8 8 0,-10 9 0,19-2 0,1 2 0,32-5 0,-3-7 6784,-1 11-6784,-2-10 0,2 10 0,1-7-6784,3 0 6784,0 3 0,-3-7 0,-1 7 0,3-3 0,2 0-4537,13-13 4537,5 1 4537,8-18-4537,-7 14 0,2-6 0,-2-18-4537,-5 19 4537,7-32 0,-12 39 0,1-9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1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24575,'51'46'0,"-6"-8"0,4 3 0,0 3 0,-2-1 0,-1-4 0,-4-3 0,13 9 0,-32-19 0,-3-9 0,1 8 0,-16-16 0,-9-4 0,-6-9 0,-4-6 0,-3-8 0,2 0 0,-11-5 0,-26-32 0,22 28 0,-16-19 0,37 34-6784,-16-14 6784,12 4 0,-5-1 0,31 28-4537,3 6 4537,6 10 0,-5-11 0,-7 3 1134,3-4 0,-8-4 0,-1-1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7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24575,'18'0'0,"9"0"0,2 0 0,52 0-8503,-33-6 8503,24 5 1719,-44-9-1719,62 0-1135,-58 4 1,49-2 0,-77 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8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24575,'9'5'0,"22"5"0,15 3 0,6 2 0,13 4 0,-33-8 0,35 2-6784,-45-8 6784,36 1 0,-28-6 0,27 0 0,-10 6 0,51-4 0,-31 3 0,17-5 0,-32 0 0,-25 0 0,-9 0 0,-5 0 0,-8 0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8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 24575,'18'-4'0,"0"3"0,4-7 0,-7 7 0,2-7 0,29 1 0,-27 1 0,31-4 0,-36 9 0,0-3 0,-1 4 0,12 0 0,-12-4 0,16 3 0,-15-3 0,0 4 0,3 0 0,-11 0 0,2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9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 24575,'14'0'0,"3"0"0,-7 0 0,3 0 0,20-4 0,-18-1 0,22 0 0,-23-3 0,0 7 0,-1-3 0,-4 4 0,0-4 0,0 3 0,0-7 0,0 7 0,-4-3 0,-1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4:59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24575,'14'0'0,"3"-4"0,-11-2 0,14 1 0,-9-3 0,31 3 0,-15 0 0,16 1-6784,-24 0 6784,2 3 0,-3-3 0,5 4 0,0-4 0,-5 3 0,-5-3 0,-4 4 0,-4 0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00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24575,'13'-9'0,"-3"4"0,3-3 0,-4 7 0,0-3 0,0 4 0,20-4 0,7 3 0,12-3 0,43-2 0,-33-2 0,26-3 0,-47 0 0,-11-2 0,-16 3 0,-2 0 0,-8 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00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94 8191,'59'-17'0,"-14"9"5063,14-7-5063,-19 13 2818,-10-8-2818,6 5 1719,-12-4-1719,7 4 6784,-4-3-6784,-4 7 0,-5-3 0,-9 0 0,-1 3 0,-3-3-6784,0 8 6784,3-3 0,-3 7 0,4-7 0,0 3 0,0-4 0,-4 0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05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2 156 24575,'-1'13'0,"2"1"-9831,8 4 8341,4 8 4308,-3-2-2818,5 12 1719,-10-15-1719,5 23 0,23 46 0,-22-41 0,25 43 0,-23-73 6784,-6 0-6784,9-2 0,-11-8 0,8 4 0,5-3 0,-3 3-6784,2-4 6784,-8 0 0,0-4 0,4 15 0,-3-12 0,3 9 0,-4-13 0,4-4 0,1 0 0,14-12-186,10-10 186,40-37 0,-6 0 0,-30 22 0,-2-1 0,10-14 0,-23 18 0,2-13 6692,-17 32-6692,9-22 278,-16 22-278,3 5 0,-3-6 0,4-6 0,0 1 0,0-10 0,-4 17 0,7-3 0,-6-1 0,7-1 0,-8 0 0,3 6 0,-7 4 0,7 0 0,-3 0 0,4-8 0,0 10 0,4-18 0,-7 18 0,10-14 0,-14 11 0,6 1 0,-8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06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893 1 24575,'-4'27'0,"-1"-4"0,-17 23 0,14-10-8503,-14 18 8503,17-21-2818,-8 4 2818,7-7-413,-17 46 0,-4 10 413,7 4 0,-2-19 0,-4 11 0,2-13 0,-3 4-155,2-2 0,1-4 155,7-26 3973,-13 29-3973,24-52 5943,-7 0-5943,-9 20 1778,6 1-1778,-10 7 0,0 7 0,10-31 763,-10 42-763,2-38 0,2 22 0,-2-26 0,-9 20 0,11-14 0,-14 15 0,18-25 0,5-5 0,4-8 0,-24 11 0,17-13 0,-33 17 0,28-14 0,-6 3 0,9-5-1696,5-21 0,7 13 0,-2-12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08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24575,'18'0'0,"10"0"0,39 10 0,-18-8 0,48 17 0,-52-17 0,32 7 0,-11-3 0,4-2 0,-11-3 0,0 0-4916,9 4 1,-5-1 3425,2-4-665,-43 0 2155,-7 0 2155,10 0-2155,-6 0 0,4 0 0,-5 0 4537,-1 0-4537,17-4 6784,-7 3-6784,12-3 0,-9 0 0,-6-1 0,-1 0 0,6 1 0,-13 4 0,14-4 0,-11 3 0,7-3 0,-3 4 0,18 0 0,-11 0 0,7 0 0,-19 0 0,-5 0 0,-4 0 0,4 0 0,-3 0 0,-1-4 0,-5 3 0,-4-3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1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24575,'14'5'0,"-1"-1"0,-4-4 0,4 0 0,27 0 0,28-8 0,24-1 0,-16 5 0,14 1 0,6 1 0,0-1 0,-6 1 0,0-1 0,-5 0 0,2 0 0,5 0 0,-9 2 0,5 0 0,3 1 0,1 0 0,-1 1 0,-2 1 0,7 2 0,-2 3 0,0 0 0,1 0 0,4-1-272,-14-2 0,2 0 0,2-1 0,2 0 0,0 1 0,0-1 0,0 0 272,2 1 0,1-1 0,1 1 0,-1-1 0,0 0 0,-1 1 0,-2-1 0,8 0 0,0 1 0,-1-1 0,-3 1 0,-6-1 0,-8-1 0,19 0 0,-10 0 0,-9 0 0,7 4 0,-12 1 0,8 2 0,-30-8 0,-4-1 0,-3-1 0,-19-8 1904,-32 4-1904,-1 1 0,0 4 0,1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16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2370 1736 24575,'-9'-13'0,"-47"-36"0,-13-10 0,7-3-1905,10 14 0,-10-7 0,4 3 1905,1 0 0,1 3 0,-16-10 0,-3 1 0,8 5 0,-6-4 0,4 6 0,-9-7 0,-4 0 0,6 3-1092,-5 0 0,4 2 0,-3-2 1092,7 3 0,-2-2 0,-2-1 0,-1 2 0,-8-2 0,-4-1 0,5 4 0,13 8 0,11 7 0,3 1 0,-20-11 0,-7-5 0,22 14 1786,30 20-1786,-12-12 0,45 29 0,5-3-2819,4 4 2819,4 4-325,1 5 1,-4-3 0,-2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5:17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1480 1 24575,'-23'5'0,"8"3"0,-6-7 0,11 7 0,-7-7 0,3 3 0,-8 0 0,-22 13 0,20-5-6784,-13 9 6784,27-12 0,-3 4 0,3-7 0,-15 22 0,9-15 0,-10 21 0,15-19 6784,-17 22-6784,11-15 0,-6 9 0,2-14 0,15 0 0,-7-2 0,0 7 0,3-4 0,-15 8 0,13-10 0,-14 13 0,12-18 0,-20 30-6784,16-26 6784,-12 18 0,17-20 0,7 1 0,-6-4 0,11 2 0,-7-11 0,3 3 6784,-8 4-6784,-6 2-6784,4 0 6784,-6 2 0,-3 0 0,8-1 0,-15 6 0,20-8 0,-14 4 0,6 5 0,-13 5 0,-10 12 0,-26 15 0,5-8 0,-7 8 0,18-20 6784,25-7-6784,-4-3 0,21-3 0,1-3 0,1 4 0,7 0 0,-7-4 0,-1 15 0,3-16 0,-16 38 0,14-24 0,-15 15 0,13-16 0,-11 8 0,6-8 0,-4 9 0,10-17 0,-3 7 0,6-13 0,-7 13 0,8-15 0,-3 7 0,7-7 0,-3-1 0,4-5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31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24575,'17'0'0,"12"6"0,10 1 0,4 4 0,-10 0 0,25 6 0,-36-6 0,35 2 0,-37-1 0,42 9 0,15 3 0,-8 0 0,1 0 0,8 2 0,-4-2 0,-16-7 0,-13-4 0,-24-5-6784,-8 11 6784,8-2 0,-9 9 0,9 24 0,-13 35 0,-3 13 0,1-25 0,1 0-415,0 29 0,-2-6 415,-4-5 0,5-49-177,0 31 177,1-27 3142,-3 7 1,-1 1-3143,3 4 0,-6 25 0,0-27 0,0-24 1224,4 4-1224,-3 15 282,3-15-282,0 30 0,-3-39 0,3 2 0,-4-19 0,0 7 0,0-7 0,0 3 0,0-4 0,0 0 0,0 0 0,0 0 0,0 0 0,0 4-6784,0-3 6784,0 3 0,0 8 0,0 7 0,0-3 0,0 4 0,0-19 0,4 3 6784,-3-4-6784,3 0 0,-4 8 0,0-6 0,-4 10 0,3-7 0,-3 8 0,4 1 0,-4-8 0,3 1 0,-7-15 0,3 3 0,-4-4 0,-66 16 0,37-8 0,-54 15-6784,67-18 6784,-11 1 0,-6-2 0,3-3 0,-1 3 0,18-4 0,0 0 0,2 4 6784,-18-3-6784,16 7 0,-8-7 0,12 3 0,4-4 0,5 4 0,5-7 0,4 2 0,4-4 0,-3 1 0,3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34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460 1 24575,'-13'0'0,"-1"0"0,-25 4 0,16-3 0,-15 3 0,19 0 0,-55 13 0,41-9 0,-37 12 0,60-15 0,6 4 0,8 8 0,1-2 0,8 68 0,1 13 0,1-29 0,-4 8 0,1 17 0,-3-16 0,-1-3-407,-2 5 0,-3-1 407,-3-14 0,-11 4 0,-7 13 0,1-14 0,0-6 0,-3 5 0,-5 14 0,5-11 0,0 13-3257,6-31 0,2-1 3257,1 19-1193,-1-11 1193,11-13 0,-5 33 0,6-45 494,0 14-494,0-36 6169,4 3-6169,1-8 1858,0 3-1858,3-7 0,-7 7 0,3-3 0,-4 4 0,0 4 0,-4 29 0,-1-17 0,-4 29 0,4-30 0,-3 7 0,7-12 0,-3-2 0,4-8 0,-4-4 0,3 3 0,-3-11 0,4 10 0,0-14 0,4 10 0,29-23 0,-17 12 0,25-14 0,-31 17 0,3-3 0,33 3 0,-27-4 0,39 4 0,-42 1 0,26 0-6784,-24 3 6784,15-3 0,-23 0 0,3 3 0,-4-7 0,0 7 0,0-3 0,0 4 0,0 0 0,-4-5 6784,3 4-6784,-3-3 0,12 0 0,-6 3 0,6-3 0,-4 4 0,-3-4 0,3 3 0,-8-3 0,-1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37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24575,'13'0'0,"11"0"0,-3 0 0,41 9 0,8 2-577,-12-6 577,10 5 0,-2 0 0,-24-6 143,-6-3-143,0 3 0,0-4 0,-12 0 0,5 4 0,-18-3 0,6 3 0,-8-4-6350,2 25 6350,0-1-19,-4 44 19,-4-2 0,-2 26 0,0 10 0,0-2 0,-1-16 0,0 15 0,0 0-546,0-13 1,0 16 0,0 4-1,0-9 1,0-19 545,0-11 0,0-11 0,0-1 0,0-3 0,0 36 0,0-33 0,0-7 0,0-11 5424,0 28-5424,0-44 22,4 9-22,-3-8 4084,3 1-4084,-4 0 0,0 25 0,0-24 0,0 36 0,0 6 0,0-18 0,0 9 0,0-2 0,0-15-2577,0 0 2577,0 41-149,0-33 149,0 20 0,0-39 0,0-6 0,0 14 0,0 1 0,0-5 0,4 5 0,-3-21 0,7 12 2556,-7-19-2556,3 3 0,0-4 0,-3 4 170,3-3-170,-4 7 0,0-3 0,0 8 0,-4-11 0,-1 1 0,0-8 0,-3-3 0,-17 3 0,-7 0 0,-20-3 0,17 3 0,-13-4 0,26 0 0,-16 0 0,19 0 0,-7 0 0,10 0 0,-1 0-6784,8 0 6784,0 0 0,-12-4 0,1-1 0,-24-8 0,18 3 0,-41-15 0,45 17 6784,-23-9-6784,36 17 0,0 0 0,4-4 0,1 3 0,4-3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1.5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894 1 24575,'5'8'0,"3"10"0,-7 15 0,3 14 0,-4-11 0,0 8 0,0-24 0,0 6 0,4 10 0,1-14 0,4 65 0,-4-60 0,-1 49 0,-4-56 0,0 11 0,0 0 0,-6 46 0,4-28 0,-5 11 0,-1 0 0,6-11 0,-9 4 0,1-3 0,7-18 0,-17 42 0,18-55 0,-19 45 0,14-32 0,-18 30 0,14-36 0,-5 34 0,10-43 0,2 33 0,0-34 0,3 14 0,-7-11 0,7 27 0,-3-22 0,4 22 0,4-27 0,-3 3 0,3-8 0,-4 11-6784,4-13 6784,-3 9 0,3 8 0,-4-7 0,4 21 0,-3-23 0,7 17 0,-7-24 0,3 28 6784,-4-24-6784,0 17 0,0-15 0,0 19 0,0-20 0,0 15 0,0-23 0,0 3 0,4-4 0,-3 0 0,3 0 0,-4 8 0,-4-2 0,3 15 0,-7-6 0,1 31 0,2-17 0,-6 18 0,0 0 0,4-12 0,-1 16 0,-1-2 0,-1-21 0,5 34 0,-2-43 0,-5 5 0,10-23 0,-6 7 0,8-7 0,0 7 0,0-7 0,0 15 0,-5-13 0,4 21 0,-7-21 0,3 5 0,0-9 0,1-3 0,4 12 0,-4 10 0,3-6 0,-3 12 0,4-22 0,-4 2 0,-1-9 0,-12-16 0,2 1-1357,-19-35 0,-17-35 0,-9-15 1,3 2-1,13 23 1357,9 16 0,0 1-1,-8-14 0,-14-20 1,-1-3-1,9 10 1,20 25 0,20 16 0,0 13 0,4-14 0,1 22 0,-1 2 6782,4 7-6782,-11-11 5,6 14-5,-3-9 0,9 15 0,5-3 0,0 8 0,3 1 0,21 24 0,-14-11 0,16 30 0,1 10 0,6 25-1062,-8-8 1,1 0 1061,11 11 0,-16-17 0,-1-6 0,-3-19 0,-3 9 0,-2-4 0,-7-26 0,3 19 0,-8-23 0,7 7 2123,-10-7-2123,10 3 0,-7-8 0,8 15 0,-7-16 0,6 8 0,-11-13 0,7-3-6784,13 32 6784,-8-17 0,20 30 0,-18-22 0,3-4 0,-5-3 0,0-8 0,-3-3 6784,-1 3-6784,-5-12 0,-4-2 0,4-4-6784,-3-3 6784,7 7-4537,-7-7 4537,7 3 0,-3-8 0,4 3-3034,4-4 3034,-3 1 3034,27-21-3034,2-9 0,14-4 0,4-5 1489,-26 13 1,3-3-1490,26-17 0,13-8 0,-7 0-564,-21 12 1,-6-1 0,6-3 563,7-2 0,8-5 0,-1 0 0,-6 4 0,-5 3 0,-4 2 0,0-3 0,11-19 0,1-4 0,-9 12 2587,-15 25 1,-1 1-2588,7-14 0,4-6 0,-7 14 0,-3 11 0,25-36 0,-43 64 2005,-5-12-2005,-1 22 2852,-3-11-2852,0 8 0,-1-12 0,-4 6 0,0-6 0,0 8 0,0 0 0,0 0 0,4 3 0,-3-2 0,3 3 0,-4 0 0,0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4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37 122 24575,'9'12'0,"0"16"-4916,-13 44 1,-6 12 4170,5-27 0,0 1 745,-6 28 0,1-3 2818,0 14-2818,10-28 0,6 6 0,13 20 0,2 2 859,-10-15 1,1-3-860,11-2 0,-1-17 0,-13-42 0,-1-5 0,-3-8 6784,4-1-6784,0-12 0,37-13 0,4-28 0,26 1 0,-22-10 0,-14-8 0,3-16 0,-7 5 0,-9 6 0,-2-1-640,8-12 1,5-7 0,-9 11 639,-15 26 0,-3 7 0,6-36 0,-9 50 0,6-23 0,-13 45 0,11-31 0,-6 23 0,3-15 1918,-5 20-1918,0-7 0,-3 1 0,3-11 0,0 8 0,-3 1 0,3 3 0,-4 5 0,0 1 0,0 8 0,0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5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45 345 24575,'0'71'0,"0"27"-4916,0-31 1,0 0 4170,1-16 0,-2 5 195,-1 33 1,-2 15 0,0-16 549,2 6 582,-1-12 0,-1 12 1,1-25-583,3-35 0,0-6 0,0-2 4585,0 2-4585,0 4 5801,0-9-5801,0-2 836,0-23-836,0-10 0,-9-38 0,7-33 0,1-15-1864,-4 6 1,1-6 1863,3 10 0,1-7 0,1 2 0,-1 5 0,-1 2 0,2 8 0,1 7 0,2 1 0,1-12 0,3-6 0,-1 19 0,4 17 0,2-21 0,-3 12 0,-9 50 0,3-7 0,0 13-5550,1 1 5550,18 10 2493,-7-4-2493,16 11 0,-5-3 0,17 16 0,-17-10 0,6 5 6784,-12 4-6784,-9-12 0,26 52 0,-28-13-1102,10 36 1,0 8 1101,-13-43 0,0 2 0,4 26 0,2 12 0,-1-16 0,5-4 0,-5 13 0,-3-7 0,-4-50 0,-1 31 0,0-51 0,-3-1 0,3 1 0,-4 0 2203,0 4-2203,0-4 0,0 0 0,0 0 0,0 0 0,0 0 0,0 0 0,4-4 0,1-9 0,4-2 0,-4-3 0,-1 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6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1 726 24575,'80'-21'0,"0"0"0,-1-6 0,7-3 0,2 0 0,-14 7 0,2 0 0,1 0 0,-1-2-2458,4-2 0,2-1 1,-3 0-1,-9 2 1713,5-3 0,1 1 777,-4 2 0,12-3 0,-3 1 0,-14 4-32,-16 5 0,-2 1 0,30-10 0,11-1 0,-31 10 0,-45 15 2030,7-2-2030,-14-3 0,1 4 0,-13 1 5606,-46-6-5606,18 8 3557,-26-8-3557,-18-8 0,47 14 0,-21-8 0,-1 1 0,15 9 0,-16-4 0,-3 0 0,6 5 0,-32-5 0,56 6 0,1 0 0,15 0 0,-3 0 0,3 0-6784,5 4 6784,-3-3 0,-5 15 0,-16 3 0,-12 25 0,5-14 0,5 12 0,18-27 6784,4 14-6784,4-17 0,-3 21 0,7-21 0,-3 13 0,4-15 0,0 15 0,0-13 0,10 31 0,-8-25 0,12 34 0,-9-34 0,0 11 0,-1-20 0,-4 4 0,4 9 0,1 2 0,4 7 0,0-8 0,0-5 0,0-5 0,4 0 0,1 1 0,0 0 0,-1-1 0,-8-4 0,3-4 0,-3 3 0,4-3 0,4 4 0,-3-4 0,3 3 0,-4-7 0,0 3 0,-4 0 0,3 1 0,-7 0 0,3-1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7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1372 24575,'13'-18'0,"19"-12"-4916,23-14 1,12-8 4170,2-6 0,5-4 745,-3 4 0,5-4 0,-1 0-582,-5 1 1,-2 1 0,0 1 581,-5 4 0,-1 2 0,1-1 243,8-4 0,0 1 0,-8 5-243,-10 5 0,-4 5 0,15-4 0,-12 10 0,-39 26 4033,24-6-4033,-29 10 5269,12-8-5269,-15 9 3034,4-3-3034,0 7 0,-4-7 0,-1 3 0,0 0 0,1 1-6784,0 0 6784,3-1 0,9-8 0,13-9 0,-5 6 0,6-9 0,-13 7 0,-7 2 6784,9-5-6784,-18 11 0,10 1 0,-11 5 0,3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8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24575,'24'78'0,"1"-1"0,-1 1 0,4 4 0,5 11 0,1 4 0,-2-4 0,-3-9-3277,0 3 0,-4-9 0,3 6 2904,5 12 1,6 13-1,-4-14 1,-14-41 372,-16-45 2818,4-1-2818,-4-3 1719,3 0-1719,-3 3 0,8-3 0,-3 8 6784,3-3-6784,-4 7 0,12 17 0,-9-11 0,17 39 0,-18-38-6784,2 18 6784,-9-28 0,4 3 0,-6-7-4537,6 11 4537,-8-10 0,4 10 0,-3-11 1134,7-1 0,-7-5 0,3-4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49.2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24575,'5'-4'0,"-1"-2"0,-4 1 0,0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50.6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162 0 24575,'10'12'0,"-2"7"0,-8 33 0,0-10 0,0 55 0,-4-21 0,-1 9 0,4-10 0,1 6 0,-1 0 0,-2 6 0,-1 2 0,1-6-490,1 11 0,0-10 490,2-22 0,-1-17 241,-3-30-241,4 6 0,0-11 0,0 19 0,0-8 0,0 18 0,0-15 0,0 20 0,-4-14 739,3 8-739,-7 4 0,7-20 0,-3 24 0,4-25 0,-4 13 0,3-19 0,-3 10-6784,4-14 6784,-4 6 0,-1 16 0,-4-10 0,-2 33 0,5-16 0,-4-1 0,9 11-4537,-3-28 4537,4 14 4537,0-18-4537,-4-4 0,3-1 0,-3-4-4537,4 0 4537,0 0 4537,0 8-4537,-4-2 0,-1 19 0,0-13 0,1 9 0,4-16 0,0-1 6784,0-4-6784,0 0-3828,0 4 3828,0-3 0,0 44 0,0-26 0,-4 32 0,3-5-5516,-7-25 5516,7 30 2560,-12-16-2560,7-18 0,-3 10 0,5-31 0,4 0 0,0-1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51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1 24575,'4'9'0,"9"8"0,2-6 0,3 6 0,3-4 0,-10-3 0,10 3 0,-11-8 0,7 3 0,-3-3 0,0 0 0,3 3 0,-3 1 0,4 5 0,4 4 0,-3 4 0,3 1 0,-4 0 0,-4-1 0,-5-8 0,-1-1 0,-7 8 0,3-9 0,0 13 0,-3-11 0,-1 24 0,-1 28 0,-3-17 0,4 12 0,0-43 0,0-4 0,0-1 0,0-4 0,0 0-6784,0 4 6784,0-3 0,0 3 0,0 16 0,-4-11 0,3 43 0,-7-36 0,-11 54 0,2-52 0,-11 24 6784,14-37-6784,-3 3 0,7-7 0,-16 7 0,10-7 0,-6 3 0,13-4 0,-7 0 0,13 0 0,-14-4 0,12-1 0,-8-4 0,-1 0 0,-30 0 0,20 0 0,-28-4 0,36 3 0,-14-3 0,23 4 0,-5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36:53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183 145 23491,'-5'-4'0,"1"-1"535,0-1-535,3-2-8169,-3 3 8169,0 0 1749,-17-3-1749,16 7 185,-10-3-185,20 8 0,3-3 0,-12 3 6784,3-4-6784,-8 4 0,8-3 0,2-5 0,14-20 0,-5 7 0,1-14 0,-7 17 0,-8 4 0,-18-3 0,-28 36 0,14-17 0,-10 23 0,45-24 0,2-5 0,4-1 0,-1-3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24575,'4'23'0,"3"26"0,2 16-3277,4 17 0,3 11 0,-2-4 2532,-2 7 0,0 3 745,0-20 0,3 9 0,0-1 0,-4-7 713,-3 12 0,0 10-713,0-32 0,2 11 0,1 10 0,1 5 0,1 6 0,-1 0 0,-1 0 0,-1-4 0,-3-7 0,0 1 0,-1 0 0,-1 1 0,0 1 0,0 0 0,1 2 0,0 0 0,1 1 0,0 0 0,1 2 0,0 2 0,1 0 0,0 2 0,0-1 0,0-1 0,-1-2 0,0-1 0,-1-4 0,1 7 0,-1-2 0,0-2 0,0-1 0,-1-2 0,0 0 0,0-1 0,-1-1 0,1 4 0,-1-2 0,-1-2 0,0 1 0,0-1 0,-1 3 0,0 2 0,-1-1 0,-1 2 0,0 2 0,-1 1 0,1 0 0,-1 0 0,1-2 0,1-1 0,1-9 0,0 0 0,0-1 0,1 0 0,0-2 0,-1 1 0,0-1 0,-1 1 0,-2 12 0,-1 3 0,-1 0 0,0-1 0,0-6 0,2-6 0,2-11 633,5 16 0,2-12 0,-2-6-633,-1 15 0,-3-5 0,0-9 0,-2-3 0,-3-11 0,0-5 0,1 24 0,-3-69 1212,4-4-1212,0 0 0,0 8 0,0-2 0,0 7 0,0-8 6784,0 7-6784,0-10 0,0 6 0,0-8 0,4-8 0,1 2 0,0-4 0,3 10 0,-7 9 0,-5-3 0,2-2 0,-6-9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1 234 24575,'32'0'0,"20"-5"-4916,32 1 1,6 0 3425,0-3 2299,-29 5 1,11 0 0,3 0-810,23-4 0,6-1 0,-10 1 0,-18 4 0,8-1-379,-7 1 0,21-2 0,12-1 0,5 0 0,-3 0 0,-11 1 0,-20-1 379,-9 0 0,-13 1 0,10-1 0,9 2 0,17 0 0,8 0 0,-4 0 0,-12-1 0,-21 0 0,22-9 0,-32 10 0,-10 0 0,-32-1 4426,-1 3-4426,-4-3 335,8 0-335,12 3 6784,0-7-6784,13 7 0,-21-3 0,5 4 0,-8-4 0,5-2 0,4-3 0,-8 0 0,30-8 0,-28 6 0,33-2 0,-6 9 0,51 4 0,-27 0-970,-15 2 1,21 1 0,14 1 0,8 2 0,0-1 0,-7 0 0,-12 0 969,-2 1 0,-9-1 0,0 1 0,15 0-505,-9-1 1,12 1 0,7 0 0,6 0 0,2 0 0,-1-1 0,-5 1 0,-6-1 0,-12 0 504,19 0 0,-13-1 0,-2 0 0,11 2-434,-11-1 1,8 2-1,6 0 1,0 1 0,-1-1-1,-6-2 1,-10 0 433,4-2 0,-10-3 0,0 1 0,9 2-290,-3 1 0,9 2 0,6 1 1,2 0-1,-3 0 0,-5-1 0,-10 0 290,26-1 0,-11 0 0,5-1 399,-18 0 0,6-2 0,1 1 0,-3 1 1,-11 0-400,-1 3 0,-9 1 0,-2-2 1058,23-7 1,-8 0-1059,15 9 0,-29-15 0,9-6 0,-6 3 0,-7 6 0,2 1 0,24-6 0,12-3 0,-6 6 1255,-4 10 0,6 4-1255,-12-4 0,14 1 0,7 0 0,-2 1 0,-9 1 185,-10 2 1,-7 1 0,0 1-1,7-1-185,13 1 0,10-1 0,2 1 0,-7 1 0,-13-1 0,-11 2 0,-11 0 0,2 1-447,10 1 0,0 1 0,-5-2 447,-5 1 0,1-2 0,-2-3 0,6 0 0,-7 1 0,-5 0 0,5 1 0,7-1 0,18 1 0,6 2 0,-2-1 0,-13-1-204,-8 0 0,-9-2 1,13 4 203,-3-2 0,13 3 0,8 1 0,3 1 0,0 0 0,-5 0 0,-10-2-549,9 3 0,-9-1 0,-1-1 0,7 1 549,-9-4 0,7 1 0,1 0 0,1-1 0,-2 0 0,-6-1 0,12 3 0,-5-1 0,-2-1 0,1-1 0,1-3 0,1-1 0,-2-2 0,-6 0 659,-3-1 0,-4-2 1,1 2-660,16 3 0,2 1 0,-12-2 0,-18-5 0,-1-1 0,25 2 0,12 2 0,-11-2 0,-21-3 0,-3 0 0,6 0 0,5 0 0,-10 0 0,19 0 1289,-9 4-1289,-46-3 1914,9 3-1914,-30 0 1527,9-3 1,-15 3 0,3-4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21 24575,'0'23'0,"4"-1"0,1-4 0,8 0 0,-7-12 0,-6-19 0,-6-4 0,-11-18-6784,7 20 6784,0-2 0,2 8 0,7 8 0,5 22 0,2 9 0,3 3 0,-5-12 0,-4-17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78 24575,'10'4'0,"-2"1"0,-8 4 0,0 0 0,-4 4 0,-5-7 0,-5 6 0,0-11 0,0 3 0,5-4 0,0 0 0,0 4 0,0-3 0,0 3 0,0-4 0,-4-8 0,-13-20 0,1 5 0,-7-13 0,18 22 0,-2 1 0,14 4 0,-10 4 0,15 1 0,2 4 0,5 0 0,3 0 0,-4-4-1696,4 3 0,-7-3 0,2 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24575,'9'18'0,"6"47"0,-9-17 0,3 45 0,-5-47 0,-3-7 0,11-18 0,-10-19 0,6 1 0,-16-20 0,2 1 0,-7-10 0,4 11 0,0 2 0,0 5 0,4 11 0,1-2 0,4 4 0,0-1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24575,'9'5'0,"0"3"0,0-7 0,12 11 0,-9-10 0,9 6 0,-12-8 0,-4 8 0,-1-2 0,0 11 0,-3-7 0,3 7 0,-4 5 0,0-6 0,0 13 0,4-18 0,-3 6 0,7-12 0,-7-5 0,3-5 0,-8 0 0,7-3 0,-6 7 0,7-3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97 24575,'-5'-18'0,"1"3"-9831,4-6 8341,0 10 4308,-5-10-2818,8 15-2818,-2 2 2818,8 5 0,4 15 0,-3-13 4537,11 25-4537,-10-24-4537,2 16 4537,-5-19 4537,-3 7-4537,4-3 0,4 4 0,1 0 0,0 0 0,-1 0 0,-4 0 0,0-4 0,-4 7 0,3-6 0,-3 7 0,8 4 0,-3-10 0,-1 9 6784,-1-15-6784,-3 7 0,4-7 0,0 7 0,0-3 0,-8 0 0,2-1 0,-7-4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24575,'9'10'0,"4"2"0,9-3 0,6 9 0,12 9 0,-15-7 0,0 1 0,-16-16-6784,0 3 6784,0-3 0,4 8 0,5 1 0,-7 0 0,9 3 0,-14-7 0,3 3 0,-5-12 0,-12-10 0,2 2 0,-3-9 0,5 15 0,4-3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11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119 168 24575,'-5'-18'0,"-3"0"0,3 0 0,0 0 0,-3-21 0,7 20 0,1-10 0,1 21 0,7 11 0,-7-2 0,-1 12 0,-9 1 0,2 4 0,-13 12-6784,17-13 6784,-13 4 0,11-17 0,-4-4 0,4 4 0,-3-3 0,3 3 0,0-4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24575,'13'9'0,"-3"12"0,11 43 0,1 16 0,-11-23 0,0 11-1639,4 4 1,4 21-1,3 11 1,1 1 0,-3-8-1,-4-17 894,0 17 0,0-4 745,0-11 0,3 17 0,1 2 0,-1-13 0,-4-27 2818,1-16-2818,-4 11 1719,2-21-1719,7 58 0,-12-50 0,5 6 0,-3 1 0,-9-9 0,1 9 0,0 3 0,-3 20-578,0-2 0,0 14 0,0-7 578,0-14 0,0 4 0,0 12 0,0 16 0,0 1 0,0-16 0,0-9 0,0-2 0,0 21 0,0 9 0,0-20 5925,0-17-5925,3-1 0,0-6 0,-2-29 0,5 44 0,0-39 0,-1 15 0,3 9-247,5-4 0,1 6 247,-1 16 0,0 11 0,-2-3-833,2 11 1,-2 0 832,-1-17 0,0 2 0,-3-9 0,-6-14 0,-1-4 0,3 16 0,0 0 0,-2-12 0,-2 1 0,-4 24 0,-1-1 0,5-26 0,-1 2 0,-4 11 0,-3 6 0,3-8 0,4 24 0,-1 0 0,-1 19 0,1-12 0,3-30 0,0 2-199,0 5 1,0 13 0,0 0 0,0-12 198,0-7 0,0 0 0,3 28 0,1 12 0,1-13 0,1-29 0,0-3 0,1 33 0,0-5 0,2-7 0,-8-16 0,-1 11 0,-1-12-1287,1 13 1287,0-14 0,1 19 0,-1 2 0,-1-14 0,-4-7 0,1-3 0,2 6 0,2 6 0,-1-5 0,-4-5 0,1 0-605,7 36 1,3 0 604,-6-38 0,2 5 0,7 14 0,4 15 0,1 1 0,-3-14 0,-4-9 0,1-2 0,7 10 0,2 8 0,-4-19 1316,-6-10-1316,-1-5 2830,-6-23-2830,10 55 0,-8-38 0,8 11 0,0 0 1565,-8-3-1565,13 38 0,-13-13 0,7 12 0,-2-10 0,-4-21 0,0-4 2330,3-15-2330,-6 8 0,0-4 0,0-25 0,0 32 0,0-36 0,0 26 0,4-29 0,-3 10 0,3-12 0,0 45 0,-3-35 0,3 52 0,0-54 0,-3 16 0,3-23 0,-4 2 0,0-8 0,0-4 0,0-1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0 314 24575,'14'-5'0,"19"-7"0,3 10 0,12-6 0,-1 2 0,11 5 0,32-10 0,9 0 0,-34 9 0,1 1-149,2-5 1,6 0 0,-2 2 148,20 8 0,-10 2-1763,1-4 1763,-6 9 0,14 5 0,-13-4 0,10-4 0,-21 6 0,11 4 0,-10-5 0,25-9-296,-30 7 0,-2-1 296,12-9-5857,-17 5 5857,-11-6 221,19 4-221,2-3 0,29 3 1163,-25-4-1163,-11 0 0,-25 0 442,46 0-442,-57 0 6761,47 0-6761,-56 0 70,38-4-70,-16-3 0,63-4 0,-23 3 0,-21 0 0,-1 1 0,21 5 0,-8-8 0,28 5 0,1-13 0,-40 12 0,-2-2 0,24-13 0,-37 16 0,-17 1 0,2 0 0,-4 3 0,5-3 0,36 4 0,0 0 0,29-12 0,-31 9 0,14-20 0,-23 16 0,25-18 0,-34 14 0,44-16 0,-63 20 0,48-7 0,-54 14 0,21 0 0,-15 0 0,11 0 0,-11 0 0,22 0 0,-5-4 0,29 3 0,-28-7 0,48 7 0,-13-3-1143,-18 3 0,3 2 1143,-10-1 0,2 0-622,35 0 0,-3 0 622,-4-6 0,-14 6 0,-4-2 0,-16-14 0,17 0 0,-21 3 0,12-5 0,-37 17 2130,11-8-2130,-14 8 1400,17-7-1400,-21 7 0,9-3 0,-8 4 0,9 0 0,31 0 0,39 0 0,-17 0 0,12 0 0,-39 0 0,-16 0 0,13 0 0,-17 0 0,2-4 0,12 3 0,-16-3 0,13 4 0,-20 0 0,6 0 0,-14 0 0,10 0 0,-15 0 0,2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1 24575,'4'14'0,"1"-5"0,0-1 0,-1-3 0,0 4 0,7 21 0,4-11 0,-4 12 0,1-14 0,-7-7 0,0 3 0,3-8 0,-11-5 0,-6-9-6784,-6-1 6784,-17-5-4537,2 10 4537,-10-1-60,-11 1 0,-1 0 60,10 3 0,-51-7 0,89 9 4477,-3-9-4477,16 3 6695,0-3-6695,-4 1 269,3 7-269,-3-3 0,4 4 0,-4 4 0,3-3 0,1 3 0,1-8 0,15-5 0,-13 3 0,5 2 0,-9 9 0,-7 4 0,3 0 0,-4 4-1696,4-3 0,-3-1 0,3-5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65 151 24575,'14'14'0,"19"3"0,-27-19 0,17 0 0,-35-21 0,-6-12 0,2 13 0,-14-16 0,23 35 0,-1-8 0,9 11 0,-5-9 0,-2-1 0,-7-3 0,4 8 0,0-3 0,4 15 0,1-5 0,4 7 0,0-5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0 24575,'4'22'0,"1"-7"0,4 2 0,-4-8 0,3-4 0,-3 3 0,4-3 0,0 0 0,-8-1 0,-6-4 0,-9 0 0,-13-4-6784,-2 3 6784,-10-3 0,-8 8 0,-10 9 0,19-2 0,1 2 0,32-5 0,-3-7 6784,-1 11-6784,-2-10 0,2 10 0,1-7-6784,3 0 6784,0 3 0,-3-7 0,-1 7 0,3-3 0,2 0-4537,13-13 4537,5 1 4537,8-18-4537,-7 14 0,2-6 0,-2-18-4537,-5 19 4537,7-32 0,-12 39 0,1-9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24575,'51'46'0,"-6"-8"0,4 3 0,0 3 0,-2-1 0,-1-4 0,-4-3 0,13 9 0,-32-19 0,-3-9 0,1 8 0,-16-16 0,-9-4 0,-6-9 0,-4-6 0,-3-8 0,2 0 0,-11-5 0,-26-32 0,22 28 0,-16-19 0,37 34-6784,-16-14 6784,12 4 0,-5-1 0,31 28-4537,3 6 4537,6 10 0,-5-11 0,-7 3 1134,3-4 0,-8-4 0,-1-1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24575,'18'0'0,"9"0"0,2 0 0,52 0-8503,-33-6 8503,24 5 1719,-44-9-1719,62 0-1135,-58 4 1,49-2 0,-77 8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24575,'9'5'0,"22"5"0,15 3 0,6 2 0,13 4 0,-33-8 0,35 2-6784,-45-8 6784,36 1 0,-28-6 0,27 0 0,-10 6 0,51-4 0,-31 3 0,17-5 0,-32 0 0,-25 0 0,-9 0 0,-5 0 0,-8 0 0,-1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 24575,'18'-4'0,"0"3"0,4-7 0,-7 7 0,2-7 0,29 1 0,-27 1 0,31-4 0,-36 9 0,0-3 0,-1 4 0,12 0 0,-12-4 0,16 3 0,-15-3 0,0 4 0,3 0 0,-11 0 0,2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 24575,'14'0'0,"3"0"0,-7 0 0,3 0 0,20-4 0,-18-1 0,22 0 0,-23-3 0,0 7 0,-1-3 0,-4 4 0,0-4 0,0 3 0,0-7 0,0 7 0,-4-3 0,-1 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24575,'14'0'0,"3"-4"0,-11-2 0,14 1 0,-9-3 0,31 3 0,-15 0 0,16 1-6784,-24 0 6784,2 3 0,-3-3 0,5 4 0,0-4 0,-5 3 0,-5-3 0,-4 4 0,-4 0 0,-1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24575,'13'-9'0,"-3"4"0,3-3 0,-4 7 0,0-3 0,0 4 0,20-4 0,7 3 0,12-3 0,43-2 0,-33-2 0,26-3 0,-47 0 0,-11-2 0,-16 3 0,-2 0 0,-8 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94 8191,'59'-17'0,"-14"9"5063,14-7-5063,-19 13 2818,-10-8-2818,6 5 1719,-12-4-1719,7 4 6784,-4-3-6784,-4 7 0,-5-3 0,-9 0 0,-1 3 0,-3-3-6784,0 8 6784,3-3 0,-3 7 0,4-7 0,0 3 0,0-4 0,-4 0 0,-1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2 156 24575,'-1'13'0,"2"1"-9831,8 4 8341,4 8 4308,-3-2-2818,5 12 1719,-10-15-1719,5 23 0,23 46 0,-22-41 0,25 43 0,-23-73 6784,-6 0-6784,9-2 0,-11-8 0,8 4 0,5-3 0,-3 3-6784,2-4 6784,-8 0 0,0-4 0,4 15 0,-3-12 0,3 9 0,-4-13 0,4-4 0,1 0 0,14-12-186,10-10 186,40-37 0,-6 0 0,-30 22 0,-2-1 0,10-14 0,-23 18 0,2-13 6692,-17 32-6692,9-22 278,-16 22-278,3 5 0,-3-6 0,4-6 0,0 1 0,0-10 0,-4 17 0,7-3 0,-6-1 0,7-1 0,-8 0 0,3 6 0,-7 4 0,7 0 0,-3 0 0,4-8 0,0 10 0,4-18 0,-7 18 0,10-14 0,-14 11 0,6 1 0,-8 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893 1 24575,'-4'27'0,"-1"-4"0,-17 23 0,14-10-8503,-14 18 8503,17-21-2818,-8 4 2818,7-7-413,-17 46 0,-4 10 413,7 4 0,-2-19 0,-4 11 0,2-13 0,-3 4-155,2-2 0,1-4 155,7-26 3973,-13 29-3973,24-52 5943,-7 0-5943,-9 20 1778,6 1-1778,-10 7 0,0 7 0,10-31 763,-10 42-763,2-38 0,2 22 0,-2-26 0,-9 20 0,11-14 0,-14 15 0,18-25 0,5-5 0,4-8 0,-24 11 0,17-13 0,-33 17 0,28-14 0,-6 3 0,9-5-1696,5-21 0,7 13 0,-2-12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24575,'18'0'0,"10"0"0,39 10 0,-18-8 0,48 17 0,-52-17 0,32 7 0,-11-3 0,4-2 0,-11-3 0,0 0-4916,9 4 1,-5-1 3425,2-4-665,-43 0 2155,-7 0 2155,10 0-2155,-6 0 0,4 0 0,-5 0 4537,-1 0-4537,17-4 6784,-7 3-6784,12-3 0,-9 0 0,-6-1 0,-1 0 0,6 1 0,-13 4 0,14-4 0,-11 3 0,7-3 0,-3 4 0,18 0 0,-11 0 0,7 0 0,-19 0 0,-5 0 0,-4 0 0,4 0 0,-3 0 0,-1-4 0,-5 3 0,-4-3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33.8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24575,'17'0'0,"12"6"0,10 1 0,4 4 0,-10 0 0,25 6 0,-36-6 0,35 2 0,-37-1 0,42 9 0,15 3 0,-8 0 0,1 0 0,8 2 0,-4-2 0,-16-7 0,-13-4 0,-24-5-6784,-8 11 6784,8-2 0,-9 9 0,9 24 0,-13 35 0,-3 13 0,1-25 0,1 0-415,0 29 0,-2-6 415,-4-5 0,5-49-177,0 31 177,1-27 3142,-3 7 1,-1 1-3143,3 4 0,-6 25 0,0-27 0,0-24 1224,4 4-1224,-3 15 282,3-15-282,0 30 0,-3-39 0,3 2 0,-4-19 0,0 7 0,0-7 0,0 3 0,0-4 0,0 0 0,0 0 0,0 0 0,0 0 0,0 4-6784,0-3 6784,0 3 0,0 8 0,0 7 0,0-3 0,0 4 0,0-19 0,4 3 6784,-3-4-6784,3 0 0,-4 8 0,0-6 0,-4 10 0,3-7 0,-3 8 0,4 1 0,-4-8 0,3 1 0,-7-15 0,3 3 0,-4-4 0,-66 16 0,37-8 0,-54 15-6784,67-18 6784,-11 1 0,-6-2 0,3-3 0,-1 3 0,18-4 0,0 0 0,2 4 6784,-18-3-6784,16 7 0,-8-7 0,12 3 0,4-4 0,5 4 0,5-7 0,4 2 0,4-4 0,-3 1 0,3 4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51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883 176 24575,'-15'-4'0,"2"3"0,4-3 0,-8-5 0,-2 7 0,-5-10 0,-26-1 0,29 2 0,-33-2 0,38 5 0,-10 7 0,12-3 0,1 0 0,3 3 0,-7-3 0,6 4 0,-18 4 0,9-3 0,-15 3 0,14-4 0,-24 0 0,34 4 0,-21-3 0,27 3 0,-5-4 0,5 4 0,-3-3 0,-1 7 0,-13-3 0,-6 8 0,-4-3 0,4 3 0,6-4-6784,12 0 6784,-2-4 0,11 3 0,-15 9 0,4-1 0,-6 10 0,5-12 0,0 11 6784,3-10-6784,-3 11 0,4-8 0,-5 12 0,8-9 0,-6 13 0,11-15 0,-7 3 0,7-8 0,-3 7 0,0-10 0,3 18 0,-3-17 0,4 9 0,0-12 0,0 4 0,0 5 0,0-3 0,-4 6 0,3-7 0,-3 4 0,4 4 0,0-7 0,0 10 0,0-14 0,4 14 0,1-10 0,4 7 0,0-8 0,4 11 0,-3-13 0,7 17 0,-7-14 0,11 19 0,2-9 0,13 22 0,-11-25 0,8 11 0,-18-19 0,11 4 0,-11-8 0,14 6 0,-17-10 0,25 11 0,-24-7 0,28 7 0,-24-11 0,9 2 0,-13-4 0,-4-3 0,0 3 0,0-4 0,0 0 0,33 10 0,-3 3 0,31 3 0,-30-1 0,4-6 0,-20 0 0,7 0 0,-12-4 0,6 3 0,-14-7 0,6 3 0,-8-4 0,0 0-6784,0 0 6784,0 0 0,0-4 0,4-1 0,-3-5 0,7-3 0,-7 3 0,-1-7 6784,-1 7-6784,-3 1 0,0 1 0,3 3 0,-3-5 0,12-7 0,-6 6 0,6-2 0,-8 5 0,0 3 0,-4-8 0,-1-1 0,-4-5 0,0-3 0,0 3 0,0-3 0,0 8 0,0-4 0,0 4 0,0 0 0,0-7 0,0 6 0,-4-36 0,-1 18 0,0-23 0,-3 27-6784,7 7 6784,-4 9 0,5-4 0,-4 6 0,3-15 0,-3 15 0,4-6 0,0 8 6784,0-4-6784,-4 7 0,3-6 0,-3 2 0,-4-4 0,6 0 0,-10-3 0,7 7 0,-8-20 0,-1 13 0,3-9 0,-1 13 0,7-4 0,-4 10 0,-8-30 0,2 23 0,-8-24 0,7 9 0,-1 0 0,1-8 0,-10-4 0,10 10 0,-9-17 0,15 31 0,-12-20 0,11 24 0,-6-12 0,8 15-6784,0 1 6784,4 1 0,-3 7 0,7-7 0,-8 3 0,4-1 0,4 2 0,-2 8 0,7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0:55.2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617 118 8191,'-28'-5'0,"-10"-11"5063,-2 5-5063,-14-23 0,24 17 2818,-1-5-2818,-10 14-2818,21 7 2818,-19-3 4537,26 4-4537,4 0 0,0 0 0,-4 4 0,3 1 0,-16 12 6784,14-6-6784,-29 26 0,11-3 0,-4 0 0,13-5 0,13-20 0,3 0 0,0 0 0,1 0 0,-4 12 0,1-9 0,-10 17 0,11-18 0,-6 6 0,11-8 0,-3 0 0,4 0 0,0 0 0,0 0 0,4 0 0,1 20 0,9 27 0,-2 1 0,-1-3 0,3-15 0,-12-27 0,18 13 0,-13-15 0,10 3 0,-12-4 0,3 0 0,-7 0-6784,7-4 6784,-7 3-4537,7-7 4537,-3 11 0,4-2 0,8 4 0,-6 3 0,14 1 4537,-10-3-4537,29 22 6784,-25-23-6784,34 19 0,3 1 0,-24-15 0,18 9 0,2-2 0,-13-15 0,1 8 0,10-9 0,-16 7 0,0-11-6784,0 10 6784,-14-14 0,18 14 0,-21-14 0,20 10 0,-9-7-4537,1 0 4537,1-1 4537,-16-4-4537,-1 0 0,11 0 0,-7-4 0,13-2 0,-16 1 6784,7-3-6784,2 3 0,-3-4 0,1 4 0,-16-3 0,3 7 0,-3-7 0,4 7 0,0-3 0,0 0 0,0-5 0,0-1 0,8-24 0,2 8 0,2-28 0,-3 15-6784,-6-8 6784,-6 9 0,10-45 0,-14 42 0,12-47 0,-13 70 0,7-11 0,-7 20 0,3-9 6784,-4 7-6784,0-10 0,0 11 0,0-3 0,-4 8 0,3-3 0,-7 3 0,3-5 0,-4 5 0,-5-15 0,0 12 0,4-13 0,-6 12 0,-14-17 0,-1 9 0,-18-13 0,21 16 0,-2 1 0,15 8 0,-7 1-6784,-39-12 6784,15 4 0,-4-2 0,-4-2 0,-2-1 0,-5-3 0,3 2 0,-4-3 0,5 2 0,17 6 0,-8 6 0,24-3 0,-14 9 6784,31-3-6784,-10 4 0,0 4 0,6-3 0,-6 7 0,12-7 0,1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4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841 0 8191,'-9'0'0,"4"4"5063,-3-3-5063,3 7 2818,-4-7-2818,-8 11 1719,6-10-1719,-27 22 6784,24-16-6784,-27 21 0,24-14 0,-23 9 0,15-1 0,-16 2 0,17-6 0,-7 6 0,16-14 0,-22 30-6784,23-26 6784,-16 22-4537,25-27 4537,-7 3 0,2 8 0,-24 7 0,-6 8 0,-16 4 0,-2-11 0,1 2 0,22-15 4537,1 1-4537,24-12 6784,-3-1-6784,8 0 0,-3 1 0,3 0 0,-4-1 0,4 0 0,-3-3 0,7 3 0,-4-4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4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611 0 8565,'-4'5'0,"-1"3"5098,-4 1-5098,-4 5 0,-22 29 0,-4 6 0,2-3 1381,-4 0 1,3-3-1382,16-16 1667,-6-9-1667,-4 17 6482,5-10-6482,-2 13 0,18-23 0,-2 2 0,4-8 0,0 4 0,0 1 0,-4 4-6784,3-4 6784,-4-1 0,9-4 0,-3 0 0,3 0 0,0 0 0,-7 0 0,6 0 6784,-7 0-6784,4-4 0,0-1 0,-1 0 0,1 1 0,0 0 0,0-1 0,4 0 0,-3-3 0,-1 7-6784,-5-7 6784,4 7 0,2-7 0,8 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5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24575,'9'0'0,"4"0"0,15 6 0,1-5 0,14 5 0,10-5 0,4-2 0,30-3 0,-34 3 0,-5 1 0,0-4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6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24575,'5'4'0,"3"-3"0,1 3 0,5-4 0,14 0 0,58 4 0,7 1 0,-33-2 0,23 1 0,1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7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8191,'9'0'0,"0"0"5063,4 0-5063,9 0 2818,-6 0-2818,9 0 1719,-15 0-1719,16 0 6784,8 0-6784,26 0 0,-7 0 0,3 0 0,35 0-1150,-20 1 1,22 1 0,10 1 0,-4-1 0,-17-1 1149,10 0 0,2 1 0,-6 1 0,20 1 0,4 2 0,-9-2 0,-22-1-497,-16-1 1,-7-1 496,42 5 0,-4 0 0,-5-6 0,-17 5 0,-1 1 0,-4-3 0,0 8 0,-51-11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7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1 159 24575,'22'-6'0,"-5"4"-9831,20-9 8341,-7 9 2388,53-22 1,8-4-899,-28 12 927,19-10 1,-6 1-928,-43 16 0,-23 4 0,14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8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1 227 8191,'52'0'0,"11"0"3876,-27 0-3876,-1-4 2946,5 3-2946,-15-8 1860,4 4-1860,35-14 0,-23 4 0,24-1 0,2 0 0,-17 0 2728,28-3 1,-1 1-2729,-33 9 0,12-9 0,0 3 0,-22 12-1291,63-23 0,-74 22 0,36-10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8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1 599 24575,'9'0'0,"0"0"-9831,30-4 8341,14 3 1382,4-11 0,5-3 108,-6 7 0,5-1 0,14-10 0,10-4 0,-2 2 0,12 4 0,2 0 0,-12-3 0,5-3 0,9-2 0,-12 4 0,8-1 0,4-2 0,-3 1 0,-6 0 0,-8 1 0,-6 1 0,0 0 0,7-1 0,-4 3 0,7-1 0,4 0 0,-2 0 0,-7 2 0,-11 2 1029,27-9 0,-14 6-1029,-5 9 0,-16 3 0,-39 0 0,-1 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09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24575,'9'0'0,"29"10"-9831,-8-1 8341,26 8 1490,-13-5 0,11 2-539,13 2 0,14 3 1,3 0-1,-11-2 539,3 0 0,-2 0-147,26 7 1,9 2-1,-42-11 1,-58-14 0,-5 3-1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0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 24575,'4'47'0,"-3"-25"0,3 39 0,4-10 0,2 0 0,6 14 0,-3-6 0,1-5-8503,3-16 8503,-6-10 1719,8 8-1719,-4-14 0,16 19 0,2-1 0,-5-14 0,42 44 0,-53-58 0,8 5 0,-16-13 0,8-4 6784,7 0-6784,18 0 0,-10 0 0,49-11 0,-42 2 0,17-4 0,0-2 0,-12-2 0,22-3 0,-48 3 0,3-7-6784,-10 7 6784,7-19 0,-8 19 0,5-26 0,-9 11 0,8-31 0,-9 25 0,2-7 6784,-3 27-6784,-4-11 0,0 15 0,0-19 0,0 8 0,0-39 0,0 17 0,0-39 0,0 52 0,0-10 0,-4 30 0,3-7 0,-3 10 0,0-2 0,7 9 0,-2 16 0,12 56 0,2 13 0,-5-15-385,3 19 1,-2-2 384,-11-23 0,-4-10 0,-1 1-145,-2 13 145,-4 7 0,-5 16 0,3-15 0,-3 0 0,-3 25 0,1-8 0,8-53 0,-1-5 0,2-22 0,4 0 763,-7 0-763,-10 8 151,1-10-151,-10 13 0,9-14 0,3 11 0,1-7 0,5-1 0,0-5 0,2 0 0,-14 1 0,-5 5 0,-3-4 0,-10 5 0,19-5 0,-8 5 0,13-2 0,-11 4 0,14 1 0,-18 12 0,22-18 0,-9-1 0,16-13 0,1-2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1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0 154 24575,'63'4'0,"-27"-3"0,44-3 0,-3-6-2458,-12-1 0,17-4 1,4 0-1,-9 3 1713,14 2 0,0 0 745,-14-1 0,9-2 0,-3 1 0,-18 2 2818,14 2-2818,4 5 0,-42-9 0,42 9 0,-66-3 1719,20 0-1719,-17-1 0,15-4 0,-15 3 0,-3 2 0,-13 4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5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1083 1 8191,'-9'5'0,"0"-1"5063,0 0-5063,0-3 1370,0 7-1370,0-3 1905,-30 13-1905,22-6 6159,-38 19-6159,-2-7 0,-12 3 0,-2 4 0,-8 5 0,4-4-3080,-10 1 1,1-1 3079,14-3 0,-2 0 0,19-7 0,25-9 1262,-2 7-1262,8-5-4537,8-2 4537,9-5 0,-7-3 0,10 4 4537,-10-4-4537,7 3 0,-4-7 0,0 7 6784,0-3-6784,-9 0 0,7 7 0,-2-10 0,9 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6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991 0 24575,'-13'9'0,"3"4"0,-3-7 0,8 6 0,-3-11 0,-9 11 0,5-10 0,-57 26 0,44-19 0,-58 21 0,59-19 0,-12 8 0,3 2 0,11 3 0,-13-1 0,12-6 0,9-8 0,-7 0 0,10 0 0,-11 0 0,8 0 0,-16 12 0,5-1 0,-14 7 0,6-1 0,5-7 0,-2-1 0,15-5 0,-2-8 0,-1 7 0,7-10 0,-14 14 0,6-10 0,-4 7 0,-3 0 0,2-3 0,-3 3 0,4 0 0,5-7 0,5 6 0,0-7-1696,2 0 0,2-1 0,5-4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6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1088 0 24575,'-72'64'0,"39"-33"0,-37 19 0,-11 7 0,37-30 0,-35 31 0,66-45 0,4-8 0,0-1 0,-8 0 0,6-3 0,-6 7 0,8-7 0,-5 7 0,4-3 0,-3 0 0,-8 7 0,9-6 0,-26 11 0,21-7 0,-17 11-6784,5-14 6784,5 13 0,-12-10 0,-49 20 0,42-13 0,-40 8 0,69-20 0,-4 3 0,12-3 6784,-18 24-6784,12-7-6784,-10 13 6784,8-17 0,5-5 0,0-4 0,0-4 0,4 3 0,-3-7 0,3 3 0,0-4 0,1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7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1259 1 24575,'-19'19'0,"5"2"0,1-7 0,4 0 0,4-1 0,-40 28 0,27-24 0,-28 28-6784,33-39 6784,8 6 0,-8-7 0,7 0 0,-65 45 0,34-27 0,-25 10 0,-20 10 0,10-4-468,27-13 1,0-1 467,-46 18 0,6-2 0,27-3 0,-15 16 0,34-24 6321,-31 23-6321,54-38 0,-13 6 0,10-3 1398,-30 15-1398,20-15 0,-15 11 0,30-23 0,1 3 0,8-5 0,1-4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17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765 0 12377,'-9'5'0,"0"-1"4742,-4-4-4742,2 4 2121,-15-3-2121,-54 13-4223,7-2 4223,14-6 0,2 0 0,7 8 2774,10-13-2774,30 3 0,5 0 0,-3 1 0,-1 8 0,-5-3 6784,0 3-6784,-3-4 0,7 0 0,-4 0 0,5-4 0,4 3-6784,-3-3 6784,3 0 0,-12 11 0,2-5 0,-4 7 0,6-5 0,4 0 0,0-3 6784,-8 11-6784,6-10 0,-11 14 0,12-18 0,-3 13 0,8-10 0,-7 8 0,10-4 0,-6-1 0,-4 28 0,9-28 0,-10 23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30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1281 66 24575,'-17'-4'0,"-12"-3"-9831,4 2 8341,-36-11 4308,35 14-2818,-25-8 0,-1 1 1719,24 6-1719,-40-7 0,1 17 0,-2 4 0,-18 3 0,12-4 0,3 0 6784,13-1-6784,16-17 0,6 2 0,-9-3 0,21 5 0,24 4 0,2 4 0,4 13-6784,7 7 6784,-10 12 0,0 10 0,-11 51 0,1-44 0,0 36 0,12-70 0,-3 7 0,3-11 0,-4 49 0,0-39 0,-5 33 0,0 0 0,3-26 0,-5 26 0,-1 2 0,0-13 0,-9 50 0,9-45 3159,-9 15 0,0 0-3159,11-8 0,-4 3 0,-5 21 0,-1 3 0,6-14-1185,6-9 1,1 1 1184,-8 29 0,-3 15 0,4-14 0,9-25 0,-1-5 0,-10 19 0,0-4-540,8 14 540,-9-16 0,1-5 0,10-18 0,-5 7 0,1-2 0,5-23 0,-12 34 398,3-44-398,0 9 2350,2-13-2350,8 4 627,0-10-627,0 33 0,4-29 0,1 18 0,0-25 0,-1-4 0,0 0 0,-3 4 0,3-3 0,-4 44 0,-9 7 0,8-11 0,-1 2 0,-13 31 0,4 6 0,3-37 0,-1 14 0,4-34 0,0 6 0,0-23 0,5-2 0,5-9 0,22-10 0,57-7 0,-29 4 0,5 0 0,9 1 0,10 2-1696,6 0 0,16 1 0,0 0 0,-16 2 1696,-13 2 0,-1 0-304,3-2 0,12-1 0,-3 1 1,-21 3 303,-3 10-102,-14-8 102,11 10 0,2 1 0,4-6 0,-9 5 0,-2-2 0,-11-4 0,26 8 0,-41-12 6132,31 10-6132,-32-11 1802,16 7-1802,-14-7 167,31 9-167,-33-5 0,28 2 0,-36-3 0,9-4 0,-15 0 0,7 0 0,-7 0 0,3 0 0,-12-4 0,2 3 0,-7-3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34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24575,'37'5'0,"21"2"0,27 5 0,14 2 0,-2-2 0,-18-3-4916,7-2 1,2-1 4617,-1 3 0,20 3 0,5 1 0,-10-2 0,-22-5 298,-20-5 0,-6-2 1320,26 1 0,20 0-1320,-27 1 0,14-1 0,10 1 0,6 1 0,-1 0 0,-3 2 0,-8 1-549,2 3 1,-5 3-1,-3 0 1,4 1 0,8-1 548,-8-3 0,8-2 0,5 0 0,3 0 0,-1 1 0,-3 0 0,-7 2 0,-9 2 0,22 7 0,-8 4 0,-9 0 0,-8-2 0,14 3 0,-7-2 0,10-5 0,-18-2 4486,-49-4-4486,22-5 153,-35-1-153,4 0 6784,7-3-6784,17 15 0,16-13-778,-2 5 0,5 0 778,-10-7 0,3-1 0,8 1 0,7 1 0,-6-1 0,-6-1 0,-2 0 0,33 3 0,-7 0 0,-27-2 0,34 5 0,-69-2 0,28-3 0,-36 7 0,46-3 0,-38 4 1556,27-4-1556,-30-1 0,-2-4 0,4 0 0,-1 0 0,-8 0 0,51 10 0,-30-8 0,15 5 0,5 0 0,29 0 0,10 4 0,-12-3 0,10 9 0,-43-14 0,42 15 0,-61-13 0,17 2 0,-36-3 0,10-4 0,5 4 0,15-3 0,-6 3 0,7 0 0,-23-3 0,28 3 0,-22-4 0,56 4 0,-54-3 0,37 3 0,-44-4 0,14 0 0,0 0 0,13 4 0,-11-3 0,-1 3 0,-21-4 0,3 0 0,-11-4 0,2-1 0,-12-4 0,-13-21 0,-5-6 0,-33-34 0,-7-7 0,28 34 0,0 1-3392,-24-26 0,3 7 3392,15 23-58,9 16 58,9 2 0,-22-6 0,23 12 0,-17-3 0,21 11 6755,-4-3-6755,20 9 87,2 0-87,12 0 0,23 14 0,5 0 0,20 22 0,14 1 0,17 8 0,-14-5 0,-34-12 0,-1-1 0,30 11 0,12 3 0,-21-7 0,-26-5 0,-19-16 0,30 20 0,-32-22 0,17 6 0,-19-4 0,6-7 0,-3 10 0,-3-10 0,6 7 0,-19 0 0,-58 22 0,1-2 0,-19-7 0,-17 4 0,24-4 0,-8 4 0,0-1 0,7-3 0,-16-1 0,1 0 0,2 6 0,-5 2 0,19-7 0,14-11 0,33-8 0,-24 4 0,30-7 0,-20 0 0,20-3 0,-15 3 0,20-4 0,0 0 0,-5 0 0,4 4 0,-3 1-6784,4 0 6784,0 3 0,0-3 0,4 4 0,-3-4 0,7-1 0,-3-4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1:55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606 46 24575,'71'-17'0,"-13"8"0,-11-3 0,-1 11 0,-4-5 0,-4 6 0,55 4 0,-26 1 0,-17 0 0,-1 3 0,15 6 0,-15 12 0,14-6 0,-22-2 0,-4-6 0,-29-11 0,-3 15 0,4 3 0,-4 21 0,-1 2 0,-4-5 0,0-7 0,-8 48 0,2-25 0,-3 30 0,5-45 0,4-24 0,0-1 0,0 0 0,0 1 0,0 0 0,0 3 0,0-7 0,0 3 0,0-4-6784,0 0 6784,4 0 0,-3 0 0,3 0 0,-4 4 0,0 5 0,0 5 0,-4 0 0,-1 11 0,0-13 6784,-3 9-6784,3 4 0,-1 17 0,2-9 0,8 1 0,-3-30 0,3-4 0,0-4 0,-3 3 0,7 5 0,-3 2 0,0 3 0,-1 15 0,-4-11 0,0 9 0,0-10 0,0-11 0,0 3 0,0-4 0,-4 8 0,-5 2 0,-1 0-6784,-3-6 6784,8-5 0,-11 1 0,9 1 0,-23 3 0,18-8 0,-9-1 0,8 0 6784,-13 1-6784,4 0 0,-8-1 0,16 0 0,-15 1 0,7 0 0,-9-1 0,5-4 0,-11 0 0,14 0 0,-76-6 0,59 5 0,-22-8 0,-8-3 0,18 1 0,-3-1-918,-14-3 1,-10-2 0,4 1 917,-5 0 0,2 2 0,-16-2 0,11 3-5873,30 9 5873,32 4 0,12 0 0,0 0 0,7 0 0,-1-4 0,7 3 0,-4-3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2:05.3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 24575,'9'-5'0,"0"1"0,0 4 0,0 0 0,4 0 0,36 5 0,13 4 0,21 4 0,-18-5 0,-1 0 0,17 2 0,-26-2 0,-7-1 0,4 2 0,1 7 0,-2 0 0,33 2 0,-14 6 0,-46-19 0,-1 0 0,-6 3 0,-8 5 0,2 12 0,6 17 0,-8-6 0,7 5 0,-10 13 0,-3 0 0,3-10 0,-1 18 0,-2-5 0,-3-35 0,4 24 0,-3-25 0,3 13 0,-4-15 0,-4 27 0,3-18 0,-11 23-6784,10-31 6784,-10 1 0,10-12 0,-2 8 0,4 2 0,-4 4 0,3-5 0,-3-1 6784,4-7-6784,-4-1 0,3-1 0,-7-7 0,7 7 0,-3-3 0,4 4 0,0 8 0,0-6 0,0 10 0,0-7 0,0 4 0,0-4 0,0-1 0,0-4 0,0 0 0,0 0 0,0 0 0,0 4 0,0-3 0,0 3 0,0-4 0,0 8 0,0-6 0,0 6 0,0-8 0,0 0 0,0 0 0,4 4 0,-3-3 0,3 7 0,-4-7 0,0 15 0,0-13 0,-4 5 0,-1-13 0,-36 16 0,23-11-6784,-23 12 6784,32-17 0,4 0 0,-7-3 0,5 7 0,-6-7 0,4 3 0,-12-4 6784,9 4-6784,-22-3 0,22 7 0,-13-7 0,11 7 0,-20-3 0,11 0 0,-15-1 0,19-4 0,-3 0 0,7 0 0,2 0-6784,4 0 6784,0 0 0,0 0 0,4 4 0,-3-3 0,-5 7 0,-3-3 0,-23 6 0,-8 7 0,-7-6 6784,12 1-6784,-21 5 0,37-10 0,-27 11 0,34-10 0,2-4 0,11 3 0,-6-7 0,11-1 0,-3-6 0,4 1 0,0 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3:4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24575,'14'5'0,"-1"-1"0,-4-4 0,4 0 0,27 0 0,28-8 0,24-1 0,-16 5 0,14 1 0,6 1 0,0-1 0,-6 1 0,0-1 0,-5 0 0,2 0 0,5 0 0,-9 2 0,5 0 0,3 1 0,1 0 0,-1 1 0,-2 1 0,7 2 0,-2 3 0,0 0 0,1 0 0,4-1-272,-14-2 0,2 0 0,2-1 0,2 0 0,0 1 0,0-1 0,0 0 272,2 1 0,1-1 0,1 1 0,-1-1 0,0 0 0,-1 1 0,-2-1 0,8 0 0,0 1 0,-1-1 0,-3 1 0,-6-1 0,-8-1 0,19 0 0,-10 0 0,-9 0 0,7 4 0,-12 1 0,8 2 0,-30-8 0,-4-1 0,-3-1 0,-19-8 1904,-32 4-1904,-1 1 0,0 4 0,1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3:4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2370 1736 24575,'-9'-13'0,"-47"-36"0,-13-10 0,7-3-1905,10 14 0,-10-7 0,4 3 1905,1 0 0,1 3 0,-16-10 0,-3 1 0,8 5 0,-6-4 0,4 6 0,-9-7 0,-4 0 0,6 3-1092,-5 0 0,4 2 0,-3-2 1092,7 3 0,-2-2 0,-2-1 0,-1 2 0,-8-2 0,-4-1 0,5 4 0,13 8 0,11 7 0,3 1 0,-20-11 0,-7-5 0,22 14 1786,30 20-1786,-12-12 0,45 29 0,5-3-2819,4 4 2819,4 4-325,1 5 1,-4-3 0,-2 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3:4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1480 1 24575,'-23'5'0,"8"3"0,-6-7 0,11 7 0,-7-7 0,3 3 0,-8 0 0,-22 13 0,20-5-6784,-13 9 6784,27-12 0,-3 4 0,3-7 0,-15 22 0,9-15 0,-10 21 0,15-19 6784,-17 22-6784,11-15 0,-6 9 0,2-14 0,15 0 0,-7-2 0,0 7 0,3-4 0,-15 8 0,13-10 0,-14 13 0,12-18 0,-20 30-6784,16-26 6784,-12 18 0,17-20 0,7 1 0,-6-4 0,11 2 0,-7-11 0,3 3 6784,-8 4-6784,-6 2-6784,4 0 6784,-6 2 0,-3 0 0,8-1 0,-15 6 0,20-8 0,-14 4 0,6 5 0,-13 5 0,-10 12 0,-26 15 0,5-8 0,-7 8 0,18-20 6784,25-7-6784,-4-3 0,21-3 0,1-3 0,1 4 0,7 0 0,-7-4 0,-1 15 0,3-16 0,-16 38 0,14-24 0,-15 15 0,13-16 0,-11 8 0,6-8 0,-4 9 0,10-17 0,-3 7 0,6-13 0,-7 13 0,8-15 0,-3 7 0,7-7 0,-3-1 0,4-5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4:3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0 24575,'-14'4'0,"1"-3"0,4 7 0,0-3 0,-1 0 0,1 3 0,-8 1 0,-22 13 0,-2 2 0,0-1-6784,15-6 6784,21-8 0,-7 16 0,2 4 0,-20 20 0,-20 9 0,-3-14 0,6-5 6784,22-22-6784,17-12-6784,3-1 6784,-8-4 0,2 4 0,-6 1 0,7 0 0,-3-1 0,8 0 0,-3-3 0,-1 3 6784,-6-4-6784,1 4 0,1-3 0,4 3 0,4 0 0,-3-3 0,3 3 0,-8-4 0,-1 0 0,-1 4 0,2-3 0,4 3 0,0-4 0,4 4 0,-15-3 0,16 7 0,-25-7 0,26 7 0,-17-7 0,14 3 0,-11 0 0,7-3 0,1-9 0,9-11-6784,5-5 6784,5-12 0,-4 15 0,10-20 0,24-39 0,-15 34 0,1 0 0,24-38 0,-14 25 0,-31 50 6784,-1 8-6784,-4 10 0,-10 24 0,4-7-6784,-11 20 6784,2 0 0,-14 28 0,14-25 0,-13 16 0,26-53 0,-7 9 0,5-16 6784,3 3-6784,1-7 0,5 7 0,0-3 0,3 8 0,-7 1 0,11 24 0,-6 21 0,3-16 0,-5 6 0,0-40 0,1-4-6784,8-1 6784,-3-4 0,37-10 0,-30 4 0,58-9 0,-38 2 0,9 6 0,-17-1 0,-16 8 6784,5 0-6784,9 0 0,5 0 0,-8 0 0,1 0 0,-15 0 0,7 0 0,-7 0 0,-1 0 0,-5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4:44:3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 1116 24575,'-9'0'0,"-4"0"0,3 0 0,-3-4-8503,0 3 8503,-1-7 1055,-13-1-1055,-6-3 0,3-1 0,-36-22 0,44 20 0,-25-18 6456,38 23-6456,0 5-5792,3-3 5792,-2 7 0,-1-7 0,-9-1 0,-1-1 0,-3-7 0,7 11 0,2-7 6784,4 12-6784,-4-11 0,-1 10 0,-16-18 0,8 13 0,-21-16 0,13 8 0,-20-13 0,16 12 0,2-5 0,15 16 0,8 1 0,-8 0-6784,10-2 6784,-9 1 0,7 1 0,-6-4 0,1 6 0,1-6 0,8 4 0,-3 3 6784,3-7-6784,-4 7 0,-4-7 0,-2 3 0,-3-4 0,4 4 0,5-4 0,1 8 0,3-7 0,-16-1 0,4-5 0,-31-20 0,29 16 0,-24-19 0,32 30 0,-2-9 0,1 7 0,-2-33-6784,-15-10 6784,5-4 0,4 13 0,8 10 0,15 24 0,-6-7 0,7 21 0,-8 4 6784,-9 3-6784,-11 10 0,0-2 0,-29 34 0,-1 3 0,19-22 0,-15 17 0,10-6 0,36-37 0,4 4 0,0-3 0,4 7-6784,-3-7 6784,7-1 0,-7-1 0,7-7 0,5-15 0,34-54 0,-1-20-276,-17 41 1,0 1 275,10-31 0,8 16 0,-23 33 0,17-16 0,-31 39 6511,-1-4-6511,-1 4 0,-7-4 0,7 8 824,-7-7-824,7-1 0,-7-1 0,3-3 0,0 0 0,-3 3 0,3-8 0,-4 8 0,0-3 0,4 0 0,1 3 0,4 1 0,0 5 0,4 4 0,-3 4 0,47 9 0,-25-2 0,46 12 0,-38-11 0,27 18 0,8 4-457,-26-13 0,5 0 457,7 7 0,12 5 0,2 0 0,-9-5 0,10-2 0,0-2 0,13 6 0,9 3 0,-14-7 0,-27-14 0,-4-1 0,20 4 0,-6 0 0,-17-2 0,15 6 0,-13-4 0,11 8 0,-28-15 0,0 10-6481,-24-16 6481,6 6 152,-8-8 1,-4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1FB43-F45C-1244-9BDD-28E95F4A477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B2740-44A1-CF4E-856B-B2543948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3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B2740-44A1-CF4E-856B-B254394889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97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87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21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96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78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29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84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4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757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70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9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6BB1F-DB10-4E47-BBC8-0C1701DBA66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FC560FA-F547-A942-B9E1-1F381FE74C3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45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5.png"/><Relationship Id="rId16" Type="http://schemas.openxmlformats.org/officeDocument/2006/relationships/customXml" Target="../ink/ink8.xml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0.png"/><Relationship Id="rId5" Type="http://schemas.openxmlformats.org/officeDocument/2006/relationships/image" Target="../media/image3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77" Type="http://schemas.openxmlformats.org/officeDocument/2006/relationships/image" Target="../media/image39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.xml"/><Relationship Id="rId21" Type="http://schemas.openxmlformats.org/officeDocument/2006/relationships/image" Target="../media/image11.png"/><Relationship Id="rId42" Type="http://schemas.openxmlformats.org/officeDocument/2006/relationships/customXml" Target="../ink/ink65.xml"/><Relationship Id="rId47" Type="http://schemas.openxmlformats.org/officeDocument/2006/relationships/image" Target="../media/image27.png"/><Relationship Id="rId63" Type="http://schemas.openxmlformats.org/officeDocument/2006/relationships/image" Target="../media/image50.png"/><Relationship Id="rId68" Type="http://schemas.openxmlformats.org/officeDocument/2006/relationships/customXml" Target="../ink/ink78.xml"/><Relationship Id="rId84" Type="http://schemas.openxmlformats.org/officeDocument/2006/relationships/customXml" Target="../ink/ink86.xml"/><Relationship Id="rId89" Type="http://schemas.openxmlformats.org/officeDocument/2006/relationships/image" Target="../media/image63.png"/><Relationship Id="rId16" Type="http://schemas.openxmlformats.org/officeDocument/2006/relationships/customXml" Target="../ink/ink52.xml"/><Relationship Id="rId107" Type="http://schemas.openxmlformats.org/officeDocument/2006/relationships/image" Target="../media/image69.png"/><Relationship Id="rId11" Type="http://schemas.openxmlformats.org/officeDocument/2006/relationships/image" Target="../media/image6.png"/><Relationship Id="rId32" Type="http://schemas.openxmlformats.org/officeDocument/2006/relationships/customXml" Target="../ink/ink60.xml"/><Relationship Id="rId37" Type="http://schemas.openxmlformats.org/officeDocument/2006/relationships/image" Target="../media/image22.png"/><Relationship Id="rId53" Type="http://schemas.openxmlformats.org/officeDocument/2006/relationships/image" Target="../media/image33.png"/><Relationship Id="rId58" Type="http://schemas.openxmlformats.org/officeDocument/2006/relationships/customXml" Target="../ink/ink73.xml"/><Relationship Id="rId74" Type="http://schemas.openxmlformats.org/officeDocument/2006/relationships/customXml" Target="../ink/ink81.xml"/><Relationship Id="rId79" Type="http://schemas.openxmlformats.org/officeDocument/2006/relationships/image" Target="../media/image58.png"/><Relationship Id="rId102" Type="http://schemas.openxmlformats.org/officeDocument/2006/relationships/customXml" Target="../ink/ink95.xml"/><Relationship Id="rId5" Type="http://schemas.openxmlformats.org/officeDocument/2006/relationships/image" Target="../media/image3.png"/><Relationship Id="rId90" Type="http://schemas.openxmlformats.org/officeDocument/2006/relationships/customXml" Target="../ink/ink89.xml"/><Relationship Id="rId95" Type="http://schemas.openxmlformats.org/officeDocument/2006/relationships/image" Target="../media/image66.png"/><Relationship Id="rId22" Type="http://schemas.openxmlformats.org/officeDocument/2006/relationships/customXml" Target="../ink/ink55.xml"/><Relationship Id="rId27" Type="http://schemas.openxmlformats.org/officeDocument/2006/relationships/image" Target="../media/image17.png"/><Relationship Id="rId43" Type="http://schemas.openxmlformats.org/officeDocument/2006/relationships/image" Target="../media/image25.png"/><Relationship Id="rId48" Type="http://schemas.openxmlformats.org/officeDocument/2006/relationships/customXml" Target="../ink/ink68.xml"/><Relationship Id="rId64" Type="http://schemas.openxmlformats.org/officeDocument/2006/relationships/customXml" Target="../ink/ink76.xml"/><Relationship Id="rId69" Type="http://schemas.openxmlformats.org/officeDocument/2006/relationships/image" Target="../media/image53.png"/><Relationship Id="rId80" Type="http://schemas.openxmlformats.org/officeDocument/2006/relationships/customXml" Target="../ink/ink84.xml"/><Relationship Id="rId85" Type="http://schemas.openxmlformats.org/officeDocument/2006/relationships/image" Target="../media/image61.png"/><Relationship Id="rId12" Type="http://schemas.openxmlformats.org/officeDocument/2006/relationships/customXml" Target="../ink/ink50.xml"/><Relationship Id="rId17" Type="http://schemas.openxmlformats.org/officeDocument/2006/relationships/image" Target="../media/image9.png"/><Relationship Id="rId33" Type="http://schemas.openxmlformats.org/officeDocument/2006/relationships/image" Target="../media/image20.png"/><Relationship Id="rId38" Type="http://schemas.openxmlformats.org/officeDocument/2006/relationships/customXml" Target="../ink/ink63.xml"/><Relationship Id="rId59" Type="http://schemas.openxmlformats.org/officeDocument/2006/relationships/image" Target="../media/image48.png"/><Relationship Id="rId103" Type="http://schemas.openxmlformats.org/officeDocument/2006/relationships/image" Target="../media/image32.png"/><Relationship Id="rId20" Type="http://schemas.openxmlformats.org/officeDocument/2006/relationships/customXml" Target="../ink/ink54.xml"/><Relationship Id="rId41" Type="http://schemas.openxmlformats.org/officeDocument/2006/relationships/image" Target="../media/image24.png"/><Relationship Id="rId54" Type="http://schemas.openxmlformats.org/officeDocument/2006/relationships/customXml" Target="../ink/ink71.xml"/><Relationship Id="rId62" Type="http://schemas.openxmlformats.org/officeDocument/2006/relationships/customXml" Target="../ink/ink75.xml"/><Relationship Id="rId70" Type="http://schemas.openxmlformats.org/officeDocument/2006/relationships/customXml" Target="../ink/ink79.xml"/><Relationship Id="rId75" Type="http://schemas.openxmlformats.org/officeDocument/2006/relationships/image" Target="../media/image56.png"/><Relationship Id="rId83" Type="http://schemas.openxmlformats.org/officeDocument/2006/relationships/image" Target="../media/image60.png"/><Relationship Id="rId88" Type="http://schemas.openxmlformats.org/officeDocument/2006/relationships/customXml" Target="../ink/ink88.xml"/><Relationship Id="rId91" Type="http://schemas.openxmlformats.org/officeDocument/2006/relationships/image" Target="../media/image64.png"/><Relationship Id="rId96" Type="http://schemas.openxmlformats.org/officeDocument/2006/relationships/customXml" Target="../ink/ink9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7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58.xml"/><Relationship Id="rId36" Type="http://schemas.openxmlformats.org/officeDocument/2006/relationships/customXml" Target="../ink/ink62.xml"/><Relationship Id="rId49" Type="http://schemas.openxmlformats.org/officeDocument/2006/relationships/image" Target="../media/image28.png"/><Relationship Id="rId57" Type="http://schemas.openxmlformats.org/officeDocument/2006/relationships/image" Target="../media/image47.png"/><Relationship Id="rId106" Type="http://schemas.openxmlformats.org/officeDocument/2006/relationships/customXml" Target="../ink/ink97.xml"/><Relationship Id="rId10" Type="http://schemas.openxmlformats.org/officeDocument/2006/relationships/customXml" Target="../ink/ink49.xml"/><Relationship Id="rId31" Type="http://schemas.openxmlformats.org/officeDocument/2006/relationships/image" Target="../media/image19.png"/><Relationship Id="rId44" Type="http://schemas.openxmlformats.org/officeDocument/2006/relationships/customXml" Target="../ink/ink66.xml"/><Relationship Id="rId52" Type="http://schemas.openxmlformats.org/officeDocument/2006/relationships/customXml" Target="../ink/ink70.xml"/><Relationship Id="rId60" Type="http://schemas.openxmlformats.org/officeDocument/2006/relationships/customXml" Target="../ink/ink74.xml"/><Relationship Id="rId65" Type="http://schemas.openxmlformats.org/officeDocument/2006/relationships/image" Target="../media/image51.png"/><Relationship Id="rId73" Type="http://schemas.openxmlformats.org/officeDocument/2006/relationships/image" Target="../media/image55.png"/><Relationship Id="rId78" Type="http://schemas.openxmlformats.org/officeDocument/2006/relationships/customXml" Target="../ink/ink83.xml"/><Relationship Id="rId81" Type="http://schemas.openxmlformats.org/officeDocument/2006/relationships/image" Target="../media/image59.png"/><Relationship Id="rId86" Type="http://schemas.openxmlformats.org/officeDocument/2006/relationships/customXml" Target="../ink/ink87.xml"/><Relationship Id="rId94" Type="http://schemas.openxmlformats.org/officeDocument/2006/relationships/customXml" Target="../ink/ink91.xml"/><Relationship Id="rId99" Type="http://schemas.openxmlformats.org/officeDocument/2006/relationships/image" Target="../media/image30.png"/><Relationship Id="rId101" Type="http://schemas.openxmlformats.org/officeDocument/2006/relationships/image" Target="../media/image31.png"/><Relationship Id="rId4" Type="http://schemas.openxmlformats.org/officeDocument/2006/relationships/customXml" Target="../ink/ink46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53.xml"/><Relationship Id="rId39" Type="http://schemas.openxmlformats.org/officeDocument/2006/relationships/image" Target="../media/image23.png"/><Relationship Id="rId34" Type="http://schemas.openxmlformats.org/officeDocument/2006/relationships/customXml" Target="../ink/ink61.xml"/><Relationship Id="rId50" Type="http://schemas.openxmlformats.org/officeDocument/2006/relationships/customXml" Target="../ink/ink69.xml"/><Relationship Id="rId55" Type="http://schemas.openxmlformats.org/officeDocument/2006/relationships/image" Target="../media/image46.png"/><Relationship Id="rId76" Type="http://schemas.openxmlformats.org/officeDocument/2006/relationships/customXml" Target="../ink/ink82.xml"/><Relationship Id="rId97" Type="http://schemas.openxmlformats.org/officeDocument/2006/relationships/image" Target="../media/image67.png"/><Relationship Id="rId104" Type="http://schemas.openxmlformats.org/officeDocument/2006/relationships/customXml" Target="../ink/ink96.xml"/><Relationship Id="rId7" Type="http://schemas.openxmlformats.org/officeDocument/2006/relationships/image" Target="../media/image4.png"/><Relationship Id="rId71" Type="http://schemas.openxmlformats.org/officeDocument/2006/relationships/image" Target="../media/image54.png"/><Relationship Id="rId92" Type="http://schemas.openxmlformats.org/officeDocument/2006/relationships/customXml" Target="../ink/ink90.xml"/><Relationship Id="rId2" Type="http://schemas.openxmlformats.org/officeDocument/2006/relationships/customXml" Target="../ink/ink45.xml"/><Relationship Id="rId29" Type="http://schemas.openxmlformats.org/officeDocument/2006/relationships/image" Target="../media/image18.png"/><Relationship Id="rId24" Type="http://schemas.openxmlformats.org/officeDocument/2006/relationships/customXml" Target="../ink/ink56.xml"/><Relationship Id="rId40" Type="http://schemas.openxmlformats.org/officeDocument/2006/relationships/customXml" Target="../ink/ink64.xml"/><Relationship Id="rId45" Type="http://schemas.openxmlformats.org/officeDocument/2006/relationships/image" Target="../media/image26.png"/><Relationship Id="rId66" Type="http://schemas.openxmlformats.org/officeDocument/2006/relationships/customXml" Target="../ink/ink77.xml"/><Relationship Id="rId87" Type="http://schemas.openxmlformats.org/officeDocument/2006/relationships/image" Target="../media/image62.png"/><Relationship Id="rId61" Type="http://schemas.openxmlformats.org/officeDocument/2006/relationships/image" Target="../media/image49.png"/><Relationship Id="rId82" Type="http://schemas.openxmlformats.org/officeDocument/2006/relationships/customXml" Target="../ink/ink85.xml"/><Relationship Id="rId19" Type="http://schemas.openxmlformats.org/officeDocument/2006/relationships/image" Target="../media/image10.png"/><Relationship Id="rId14" Type="http://schemas.openxmlformats.org/officeDocument/2006/relationships/customXml" Target="../ink/ink51.xml"/><Relationship Id="rId30" Type="http://schemas.openxmlformats.org/officeDocument/2006/relationships/customXml" Target="../ink/ink59.xml"/><Relationship Id="rId35" Type="http://schemas.openxmlformats.org/officeDocument/2006/relationships/image" Target="../media/image21.png"/><Relationship Id="rId56" Type="http://schemas.openxmlformats.org/officeDocument/2006/relationships/customXml" Target="../ink/ink72.xml"/><Relationship Id="rId77" Type="http://schemas.openxmlformats.org/officeDocument/2006/relationships/image" Target="../media/image57.png"/><Relationship Id="rId100" Type="http://schemas.openxmlformats.org/officeDocument/2006/relationships/customXml" Target="../ink/ink94.xml"/><Relationship Id="rId105" Type="http://schemas.openxmlformats.org/officeDocument/2006/relationships/image" Target="../media/image68.png"/><Relationship Id="rId8" Type="http://schemas.openxmlformats.org/officeDocument/2006/relationships/customXml" Target="../ink/ink48.xml"/><Relationship Id="rId51" Type="http://schemas.openxmlformats.org/officeDocument/2006/relationships/image" Target="../media/image29.png"/><Relationship Id="rId72" Type="http://schemas.openxmlformats.org/officeDocument/2006/relationships/customXml" Target="../ink/ink80.xml"/><Relationship Id="rId93" Type="http://schemas.openxmlformats.org/officeDocument/2006/relationships/image" Target="../media/image65.png"/><Relationship Id="rId98" Type="http://schemas.openxmlformats.org/officeDocument/2006/relationships/customXml" Target="../ink/ink93.xml"/><Relationship Id="rId3" Type="http://schemas.openxmlformats.org/officeDocument/2006/relationships/image" Target="../media/image2.png"/><Relationship Id="rId25" Type="http://schemas.openxmlformats.org/officeDocument/2006/relationships/image" Target="../media/image16.png"/><Relationship Id="rId46" Type="http://schemas.openxmlformats.org/officeDocument/2006/relationships/customXml" Target="../ink/ink67.xml"/><Relationship Id="rId67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C64E-C708-E8FE-5059-13CC6ED6D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B271-6A7A-16A3-BE59-087004AEB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Today (beginnings of data pipelines):</a:t>
            </a:r>
          </a:p>
          <a:p>
            <a:pPr lvl="1"/>
            <a:r>
              <a:rPr lang="en-US" dirty="0"/>
              <a:t>More regression stuff.</a:t>
            </a:r>
          </a:p>
          <a:p>
            <a:pPr lvl="1"/>
            <a:r>
              <a:rPr lang="en-US" dirty="0"/>
              <a:t>R2 and variance explained review/revisit.  </a:t>
            </a:r>
          </a:p>
          <a:p>
            <a:pPr lvl="1"/>
            <a:r>
              <a:rPr lang="en-US" dirty="0"/>
              <a:t>Multiple regression and multicollinearity </a:t>
            </a:r>
            <a:r>
              <a:rPr lang="en-US"/>
              <a:t>in practice. </a:t>
            </a:r>
            <a:endParaRPr lang="en-US" dirty="0"/>
          </a:p>
          <a:p>
            <a:pPr lvl="1"/>
            <a:r>
              <a:rPr lang="en-US" dirty="0"/>
              <a:t>Categorical features. </a:t>
            </a:r>
          </a:p>
          <a:p>
            <a:pPr lvl="1"/>
            <a:r>
              <a:rPr lang="en-US" dirty="0"/>
              <a:t>Train-test splits in data. </a:t>
            </a:r>
          </a:p>
          <a:p>
            <a:r>
              <a:rPr lang="en-US" dirty="0"/>
              <a:t>Assignment should be fully doable. </a:t>
            </a:r>
          </a:p>
          <a:p>
            <a:r>
              <a:rPr lang="en-US" dirty="0"/>
              <a:t>Key concepts will carry through almost forever:</a:t>
            </a:r>
          </a:p>
          <a:p>
            <a:pPr lvl="1"/>
            <a:r>
              <a:rPr lang="en-US" dirty="0"/>
              <a:t>Reading, exploring, and cleaning our data. </a:t>
            </a:r>
          </a:p>
          <a:p>
            <a:pPr lvl="1"/>
            <a:r>
              <a:rPr lang="en-US" dirty="0"/>
              <a:t>Now start to build that prep stuff into a more formal series, a pipeline. </a:t>
            </a:r>
          </a:p>
          <a:p>
            <a:pPr lvl="1"/>
            <a:r>
              <a:rPr lang="en-US" dirty="0"/>
              <a:t>Doing whatever we need to do to get data model ready. </a:t>
            </a:r>
          </a:p>
        </p:txBody>
      </p:sp>
    </p:spTree>
    <p:extLst>
      <p:ext uri="{BB962C8B-B14F-4D97-AF65-F5344CB8AC3E}">
        <p14:creationId xmlns:p14="http://schemas.microsoft.com/office/powerpoint/2010/main" val="378946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7CB4-C1E2-7903-5C47-8116D048EE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Categorical data and Encoding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E5C50-270E-D4A9-E3E7-63F3B4449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8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EE26-D97B-592E-4A7D-F9687608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First, Variance – Explain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392DF-89EA-7BB2-B124-6BE8AFF56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6391"/>
            <a:ext cx="9603275" cy="4019107"/>
          </a:xfrm>
        </p:spPr>
        <p:txBody>
          <a:bodyPr/>
          <a:lstStyle/>
          <a:p>
            <a:r>
              <a:rPr lang="en-US" dirty="0"/>
              <a:t>Recall our new friend, r-squared. </a:t>
            </a:r>
          </a:p>
          <a:p>
            <a:r>
              <a:rPr lang="en-US" dirty="0"/>
              <a:t>R2 is used to score models for their fit. </a:t>
            </a:r>
          </a:p>
          <a:p>
            <a:pPr lvl="1"/>
            <a:r>
              <a:rPr lang="en-US" dirty="0"/>
              <a:t>Value between 0 and 1 – percentage scale. </a:t>
            </a:r>
          </a:p>
          <a:p>
            <a:pPr lvl="1"/>
            <a:r>
              <a:rPr lang="en-US" dirty="0"/>
              <a:t>Comparable across models on the same terms. </a:t>
            </a:r>
          </a:p>
          <a:p>
            <a:r>
              <a:rPr lang="en-US" dirty="0"/>
              <a:t>R squared is:</a:t>
            </a:r>
          </a:p>
          <a:p>
            <a:pPr lvl="1"/>
            <a:r>
              <a:rPr lang="en-US" dirty="0"/>
              <a:t>The square of the correlation. </a:t>
            </a:r>
          </a:p>
          <a:p>
            <a:pPr lvl="1"/>
            <a:r>
              <a:rPr lang="en-US" dirty="0"/>
              <a:t>The percent of variance in Y that can be explained by X…</a:t>
            </a:r>
          </a:p>
          <a:p>
            <a:pPr lvl="2"/>
            <a:r>
              <a:rPr lang="en-US" dirty="0"/>
              <a:t>If we know X, how much about what the Y value should be do we know? </a:t>
            </a:r>
          </a:p>
        </p:txBody>
      </p:sp>
    </p:spTree>
    <p:extLst>
      <p:ext uri="{BB962C8B-B14F-4D97-AF65-F5344CB8AC3E}">
        <p14:creationId xmlns:p14="http://schemas.microsoft.com/office/powerpoint/2010/main" val="146847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C3BAB3-414D-7F42-54E3-F8C0DC29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iF</a:t>
            </a:r>
            <a:r>
              <a:rPr lang="en-US" dirty="0"/>
              <a:t> we don’t know X?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42A4ED-3660-074C-55BE-24819E249BCB}"/>
              </a:ext>
            </a:extLst>
          </p:cNvPr>
          <p:cNvGrpSpPr/>
          <p:nvPr/>
        </p:nvGrpSpPr>
        <p:grpSpPr>
          <a:xfrm>
            <a:off x="723424" y="2193564"/>
            <a:ext cx="5501160" cy="2985840"/>
            <a:chOff x="723424" y="2193564"/>
            <a:chExt cx="5501160" cy="29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DC91BA-4EFF-A875-61B9-27174D08DA1E}"/>
                    </a:ext>
                  </a:extLst>
                </p14:cNvPr>
                <p14:cNvContentPartPr/>
                <p14:nvPr/>
              </p14:nvContentPartPr>
              <p14:xfrm>
                <a:off x="1043464" y="2193564"/>
                <a:ext cx="194040" cy="298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DC91BA-4EFF-A875-61B9-27174D08DA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5464" y="2175564"/>
                  <a:ext cx="229680" cy="30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7E3BDD-51D0-D549-883B-360B0AEB52C7}"/>
                    </a:ext>
                  </a:extLst>
                </p14:cNvPr>
                <p14:cNvContentPartPr/>
                <p14:nvPr/>
              </p14:nvContentPartPr>
              <p14:xfrm>
                <a:off x="723424" y="4681524"/>
                <a:ext cx="5501160" cy="366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7E3BDD-51D0-D549-883B-360B0AEB52C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5784" y="4663884"/>
                  <a:ext cx="5536800" cy="40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2EAD45-C181-DDD3-B103-F5BA71D4456D}"/>
                  </a:ext>
                </a:extLst>
              </p14:cNvPr>
              <p14:cNvContentPartPr/>
              <p14:nvPr/>
            </p14:nvContentPartPr>
            <p14:xfrm>
              <a:off x="1555384" y="4018764"/>
              <a:ext cx="19080" cy="39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2EAD45-C181-DDD3-B103-F5BA71D445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7384" y="4001124"/>
                <a:ext cx="547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E06F35-9887-7953-96BC-9326C4607CFC}"/>
                  </a:ext>
                </a:extLst>
              </p14:cNvPr>
              <p14:cNvContentPartPr/>
              <p14:nvPr/>
            </p14:nvContentPartPr>
            <p14:xfrm>
              <a:off x="1937344" y="4351764"/>
              <a:ext cx="90000" cy="54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E06F35-9887-7953-96BC-9326C4607C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19704" y="4334124"/>
                <a:ext cx="1256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88A45B-C6FB-84D8-AB6E-590D2F33B45A}"/>
                  </a:ext>
                </a:extLst>
              </p14:cNvPr>
              <p14:cNvContentPartPr/>
              <p14:nvPr/>
            </p14:nvContentPartPr>
            <p14:xfrm>
              <a:off x="2507584" y="3268524"/>
              <a:ext cx="24120" cy="120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88A45B-C6FB-84D8-AB6E-590D2F33B4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89584" y="3250524"/>
                <a:ext cx="59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A376D2-B1D5-4588-8AE7-288D94C0C106}"/>
                  </a:ext>
                </a:extLst>
              </p14:cNvPr>
              <p14:cNvContentPartPr/>
              <p14:nvPr/>
            </p14:nvContentPartPr>
            <p14:xfrm>
              <a:off x="2286184" y="4013364"/>
              <a:ext cx="45720" cy="70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A376D2-B1D5-4588-8AE7-288D94C0C10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68544" y="3995364"/>
                <a:ext cx="813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C82D867-BAAA-1D13-1513-70F22184C20A}"/>
                  </a:ext>
                </a:extLst>
              </p14:cNvPr>
              <p14:cNvContentPartPr/>
              <p14:nvPr/>
            </p14:nvContentPartPr>
            <p14:xfrm>
              <a:off x="3381304" y="3063684"/>
              <a:ext cx="97200" cy="86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C82D867-BAAA-1D13-1513-70F22184C20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63304" y="3046044"/>
                <a:ext cx="1328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582891D-7F00-5436-848A-641216AF5D7F}"/>
                  </a:ext>
                </a:extLst>
              </p14:cNvPr>
              <p14:cNvContentPartPr/>
              <p14:nvPr/>
            </p14:nvContentPartPr>
            <p14:xfrm>
              <a:off x="3179704" y="2355564"/>
              <a:ext cx="97560" cy="78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582891D-7F00-5436-848A-641216AF5D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2064" y="2337564"/>
                <a:ext cx="1332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4054BCD-4F68-9031-410E-BAC6CDE64DB6}"/>
                  </a:ext>
                </a:extLst>
              </p14:cNvPr>
              <p14:cNvContentPartPr/>
              <p14:nvPr/>
            </p14:nvContentPartPr>
            <p14:xfrm>
              <a:off x="4257544" y="3115884"/>
              <a:ext cx="43200" cy="60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4054BCD-4F68-9031-410E-BAC6CDE64D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39544" y="3098244"/>
                <a:ext cx="7884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6D214CF-D724-8B41-B8C3-0BCB95B3A203}"/>
              </a:ext>
            </a:extLst>
          </p:cNvPr>
          <p:cNvGrpSpPr/>
          <p:nvPr/>
        </p:nvGrpSpPr>
        <p:grpSpPr>
          <a:xfrm>
            <a:off x="8442544" y="2067564"/>
            <a:ext cx="2329560" cy="3774600"/>
            <a:chOff x="8442544" y="2067564"/>
            <a:chExt cx="2329560" cy="37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70C868-5CB5-8C3E-A5EE-99F769AB9AD5}"/>
                    </a:ext>
                  </a:extLst>
                </p14:cNvPr>
                <p14:cNvContentPartPr/>
                <p14:nvPr/>
              </p14:nvContentPartPr>
              <p14:xfrm>
                <a:off x="8958424" y="2067564"/>
                <a:ext cx="288000" cy="3774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70C868-5CB5-8C3E-A5EE-99F769AB9AD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40784" y="2049924"/>
                  <a:ext cx="323640" cy="38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62D9F4-D507-F3DE-24C9-04A0800FBA76}"/>
                    </a:ext>
                  </a:extLst>
                </p14:cNvPr>
                <p14:cNvContentPartPr/>
                <p14:nvPr/>
              </p14:nvContentPartPr>
              <p14:xfrm>
                <a:off x="8442544" y="5150964"/>
                <a:ext cx="2329560" cy="138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62D9F4-D507-F3DE-24C9-04A0800FBA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24544" y="5132964"/>
                  <a:ext cx="23652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283115-094D-CB56-38E7-E5E3DDA203D8}"/>
              </a:ext>
            </a:extLst>
          </p:cNvPr>
          <p:cNvGrpSpPr/>
          <p:nvPr/>
        </p:nvGrpSpPr>
        <p:grpSpPr>
          <a:xfrm>
            <a:off x="9093784" y="4347444"/>
            <a:ext cx="128880" cy="520200"/>
            <a:chOff x="9093784" y="4347444"/>
            <a:chExt cx="12888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5FCDB2-022C-542D-3E2A-B6C10373DDFD}"/>
                    </a:ext>
                  </a:extLst>
                </p14:cNvPr>
                <p14:cNvContentPartPr/>
                <p14:nvPr/>
              </p14:nvContentPartPr>
              <p14:xfrm>
                <a:off x="9093784" y="4811844"/>
                <a:ext cx="100800" cy="55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5FCDB2-022C-542D-3E2A-B6C10373DD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75784" y="4793844"/>
                  <a:ext cx="136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006C2B-29AA-F07C-F096-6DA9BD927DD4}"/>
                    </a:ext>
                  </a:extLst>
                </p14:cNvPr>
                <p14:cNvContentPartPr/>
                <p14:nvPr/>
              </p14:nvContentPartPr>
              <p14:xfrm>
                <a:off x="9159664" y="4535724"/>
                <a:ext cx="47520" cy="39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006C2B-29AA-F07C-F096-6DA9BD927D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41664" y="4518084"/>
                  <a:ext cx="83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2D787A-0256-46CB-603E-AFE1AD92640C}"/>
                    </a:ext>
                  </a:extLst>
                </p14:cNvPr>
                <p14:cNvContentPartPr/>
                <p14:nvPr/>
              </p14:nvContentPartPr>
              <p14:xfrm>
                <a:off x="9134824" y="4347444"/>
                <a:ext cx="87840" cy="80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2D787A-0256-46CB-603E-AFE1AD9264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17184" y="4329444"/>
                  <a:ext cx="12348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897ABCA-E2F6-E83B-3279-FAF17D2C1564}"/>
                  </a:ext>
                </a:extLst>
              </p14:cNvPr>
              <p14:cNvContentPartPr/>
              <p14:nvPr/>
            </p14:nvContentPartPr>
            <p14:xfrm>
              <a:off x="9020344" y="2686404"/>
              <a:ext cx="136440" cy="61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897ABCA-E2F6-E83B-3279-FAF17D2C156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02344" y="2668764"/>
                <a:ext cx="17208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108623A-A62D-99D2-DC4D-287C724DDD3C}"/>
              </a:ext>
            </a:extLst>
          </p:cNvPr>
          <p:cNvGrpSpPr/>
          <p:nvPr/>
        </p:nvGrpSpPr>
        <p:grpSpPr>
          <a:xfrm>
            <a:off x="8227984" y="3204444"/>
            <a:ext cx="2102040" cy="599040"/>
            <a:chOff x="8227984" y="3204444"/>
            <a:chExt cx="2102040" cy="59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8F2FCD-C29D-222F-9120-AFF8478492D9}"/>
                    </a:ext>
                  </a:extLst>
                </p14:cNvPr>
                <p14:cNvContentPartPr/>
                <p14:nvPr/>
              </p14:nvContentPartPr>
              <p14:xfrm>
                <a:off x="9185944" y="3737964"/>
                <a:ext cx="51120" cy="65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8F2FCD-C29D-222F-9120-AFF8478492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68304" y="3720324"/>
                  <a:ext cx="86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81D0FE4-5C5A-8BA0-349E-C3F5C13B2CD8}"/>
                    </a:ext>
                  </a:extLst>
                </p14:cNvPr>
                <p14:cNvContentPartPr/>
                <p14:nvPr/>
              </p14:nvContentPartPr>
              <p14:xfrm>
                <a:off x="9048064" y="3392364"/>
                <a:ext cx="137160" cy="70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81D0FE4-5C5A-8BA0-349E-C3F5C13B2C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30424" y="3374364"/>
                  <a:ext cx="172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6DD3710-09F0-07E0-F1C0-43B84F5F0BE5}"/>
                    </a:ext>
                  </a:extLst>
                </p14:cNvPr>
                <p14:cNvContentPartPr/>
                <p14:nvPr/>
              </p14:nvContentPartPr>
              <p14:xfrm>
                <a:off x="9075064" y="3204444"/>
                <a:ext cx="163440" cy="14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6DD3710-09F0-07E0-F1C0-43B84F5F0B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57424" y="3186804"/>
                  <a:ext cx="199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DFCAD1-5B40-9C12-FB96-E4AA31BDD4A5}"/>
                    </a:ext>
                  </a:extLst>
                </p14:cNvPr>
                <p14:cNvContentPartPr/>
                <p14:nvPr/>
              </p14:nvContentPartPr>
              <p14:xfrm>
                <a:off x="8227984" y="3751644"/>
                <a:ext cx="183960" cy="1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DFCAD1-5B40-9C12-FB96-E4AA31BDD4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10344" y="3733644"/>
                  <a:ext cx="219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A25AD9-EF32-67C3-D5F6-601EA260C914}"/>
                    </a:ext>
                  </a:extLst>
                </p14:cNvPr>
                <p14:cNvContentPartPr/>
                <p14:nvPr/>
              </p14:nvContentPartPr>
              <p14:xfrm>
                <a:off x="8463424" y="3758124"/>
                <a:ext cx="318240" cy="3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A25AD9-EF32-67C3-D5F6-601EA260C9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45424" y="3740124"/>
                  <a:ext cx="353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7A38140-F9D4-BCD0-394B-EACFEE880DC0}"/>
                    </a:ext>
                  </a:extLst>
                </p14:cNvPr>
                <p14:cNvContentPartPr/>
                <p14:nvPr/>
              </p14:nvContentPartPr>
              <p14:xfrm>
                <a:off x="8898664" y="3742284"/>
                <a:ext cx="134640" cy="2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7A38140-F9D4-BCD0-394B-EACFEE880D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81024" y="3724284"/>
                  <a:ext cx="170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82EFCBE-9E0C-3E31-A82A-EE09D4EF60FD}"/>
                    </a:ext>
                  </a:extLst>
                </p14:cNvPr>
                <p14:cNvContentPartPr/>
                <p14:nvPr/>
              </p14:nvContentPartPr>
              <p14:xfrm>
                <a:off x="9139864" y="3764604"/>
                <a:ext cx="84600" cy="16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82EFCBE-9E0C-3E31-A82A-EE09D4EF60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21864" y="3746964"/>
                  <a:ext cx="120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01DBDF-4629-A060-4A78-95974E4DCA20}"/>
                    </a:ext>
                  </a:extLst>
                </p14:cNvPr>
                <p14:cNvContentPartPr/>
                <p14:nvPr/>
              </p14:nvContentPartPr>
              <p14:xfrm>
                <a:off x="9447664" y="3640044"/>
                <a:ext cx="120240" cy="20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01DBDF-4629-A060-4A78-95974E4DCA2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29664" y="3622404"/>
                  <a:ext cx="155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3EE9B9-E548-8D58-5E99-BF35819E58AB}"/>
                    </a:ext>
                  </a:extLst>
                </p14:cNvPr>
                <p14:cNvContentPartPr/>
                <p14:nvPr/>
              </p14:nvContentPartPr>
              <p14:xfrm>
                <a:off x="9795064" y="3647604"/>
                <a:ext cx="176760" cy="39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3EE9B9-E548-8D58-5E99-BF35819E58A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77064" y="3629604"/>
                  <a:ext cx="212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3213F2-18EC-007C-708C-0E1DC12CE1D4}"/>
                    </a:ext>
                  </a:extLst>
                </p14:cNvPr>
                <p14:cNvContentPartPr/>
                <p14:nvPr/>
              </p14:nvContentPartPr>
              <p14:xfrm>
                <a:off x="10161184" y="3592164"/>
                <a:ext cx="168840" cy="33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3213F2-18EC-007C-708C-0E1DC12CE1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3184" y="3574524"/>
                  <a:ext cx="20448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8385437-3148-4C87-68AB-EC6E93148C36}"/>
              </a:ext>
            </a:extLst>
          </p:cNvPr>
          <p:cNvGrpSpPr/>
          <p:nvPr/>
        </p:nvGrpSpPr>
        <p:grpSpPr>
          <a:xfrm>
            <a:off x="10517224" y="3386244"/>
            <a:ext cx="531000" cy="679680"/>
            <a:chOff x="10517224" y="3386244"/>
            <a:chExt cx="531000" cy="6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0CD045-29A4-67A5-3D5E-1758147214C7}"/>
                    </a:ext>
                  </a:extLst>
                </p14:cNvPr>
                <p14:cNvContentPartPr/>
                <p14:nvPr/>
              </p14:nvContentPartPr>
              <p14:xfrm>
                <a:off x="10578064" y="3459684"/>
                <a:ext cx="340560" cy="271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0CD045-29A4-67A5-3D5E-1758147214C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60424" y="3442044"/>
                  <a:ext cx="3762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A13FF6-21E3-23D3-AA97-11F6AC2339A8}"/>
                    </a:ext>
                  </a:extLst>
                </p14:cNvPr>
                <p14:cNvContentPartPr/>
                <p14:nvPr/>
              </p14:nvContentPartPr>
              <p14:xfrm>
                <a:off x="10597144" y="3459684"/>
                <a:ext cx="321840" cy="606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A13FF6-21E3-23D3-AA97-11F6AC2339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79144" y="3442044"/>
                  <a:ext cx="35748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95E535-333A-48B0-B648-B8CF2368FFD0}"/>
                    </a:ext>
                  </a:extLst>
                </p14:cNvPr>
                <p14:cNvContentPartPr/>
                <p14:nvPr/>
              </p14:nvContentPartPr>
              <p14:xfrm>
                <a:off x="10517224" y="3386244"/>
                <a:ext cx="531000" cy="23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95E535-333A-48B0-B648-B8CF2368FF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99224" y="3368244"/>
                  <a:ext cx="5666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FF5F84D-AB60-0947-F8A2-B0325C4CDF3D}"/>
              </a:ext>
            </a:extLst>
          </p:cNvPr>
          <p:cNvGrpSpPr/>
          <p:nvPr/>
        </p:nvGrpSpPr>
        <p:grpSpPr>
          <a:xfrm>
            <a:off x="6013624" y="2852364"/>
            <a:ext cx="1656720" cy="1146240"/>
            <a:chOff x="6013624" y="2852364"/>
            <a:chExt cx="1656720" cy="11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AC61C2-967B-9FB3-16C2-4EF4C2F8CE28}"/>
                    </a:ext>
                  </a:extLst>
                </p14:cNvPr>
                <p14:cNvContentPartPr/>
                <p14:nvPr/>
              </p14:nvContentPartPr>
              <p14:xfrm>
                <a:off x="6013624" y="3437364"/>
                <a:ext cx="1656720" cy="47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AC61C2-967B-9FB3-16C2-4EF4C2F8CE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95624" y="3419724"/>
                  <a:ext cx="1692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A86C8C7-E6C6-A8C1-67C8-0040A9D2F7D3}"/>
                    </a:ext>
                  </a:extLst>
                </p14:cNvPr>
                <p14:cNvContentPartPr/>
                <p14:nvPr/>
              </p14:nvContentPartPr>
              <p14:xfrm>
                <a:off x="6773944" y="2852364"/>
                <a:ext cx="853200" cy="624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A86C8C7-E6C6-A8C1-67C8-0040A9D2F7D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55944" y="2834724"/>
                  <a:ext cx="8888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546321-B64F-19A1-444F-06BBC0430E5C}"/>
                    </a:ext>
                  </a:extLst>
                </p14:cNvPr>
                <p14:cNvContentPartPr/>
                <p14:nvPr/>
              </p14:nvContentPartPr>
              <p14:xfrm>
                <a:off x="7128544" y="3461844"/>
                <a:ext cx="532800" cy="536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546321-B64F-19A1-444F-06BBC0430E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10904" y="3444204"/>
                  <a:ext cx="568440" cy="57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E8346F-C325-4A14-13F0-395093D52089}"/>
                  </a:ext>
                </a:extLst>
              </p14:cNvPr>
              <p14:cNvContentPartPr/>
              <p14:nvPr/>
            </p14:nvContentPartPr>
            <p14:xfrm>
              <a:off x="9268384" y="2769924"/>
              <a:ext cx="373680" cy="810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E8346F-C325-4A14-13F0-395093D5208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259384" y="2761284"/>
                <a:ext cx="391320" cy="82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A8513DC7-F1A6-E103-A427-ACA1A0CA9EEB}"/>
              </a:ext>
            </a:extLst>
          </p:cNvPr>
          <p:cNvGrpSpPr/>
          <p:nvPr/>
        </p:nvGrpSpPr>
        <p:grpSpPr>
          <a:xfrm>
            <a:off x="8888584" y="3808524"/>
            <a:ext cx="667440" cy="1066320"/>
            <a:chOff x="8888584" y="3808524"/>
            <a:chExt cx="667440" cy="10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A6BABC-2508-6987-4C99-D60B8B230A35}"/>
                    </a:ext>
                  </a:extLst>
                </p14:cNvPr>
                <p14:cNvContentPartPr/>
                <p14:nvPr/>
              </p14:nvContentPartPr>
              <p14:xfrm>
                <a:off x="8888584" y="3861444"/>
                <a:ext cx="189720" cy="786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A6BABC-2508-6987-4C99-D60B8B230A3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79944" y="3852804"/>
                  <a:ext cx="20736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9456D83-757C-2D75-4ACE-9EDC83D3820A}"/>
                    </a:ext>
                  </a:extLst>
                </p14:cNvPr>
                <p14:cNvContentPartPr/>
                <p14:nvPr/>
              </p14:nvContentPartPr>
              <p14:xfrm>
                <a:off x="9306184" y="3808524"/>
                <a:ext cx="249840" cy="1066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9456D83-757C-2D75-4ACE-9EDC83D382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97184" y="3799524"/>
                  <a:ext cx="267480" cy="10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C73C1A0-8DB1-12E9-190E-4F5941069BD5}"/>
              </a:ext>
            </a:extLst>
          </p:cNvPr>
          <p:cNvGrpSpPr/>
          <p:nvPr/>
        </p:nvGrpSpPr>
        <p:grpSpPr>
          <a:xfrm>
            <a:off x="8794984" y="1044084"/>
            <a:ext cx="2095200" cy="1667880"/>
            <a:chOff x="8794984" y="1044084"/>
            <a:chExt cx="2095200" cy="16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78EDA6-CB10-E3FC-11A0-440724B16642}"/>
                    </a:ext>
                  </a:extLst>
                </p14:cNvPr>
                <p14:cNvContentPartPr/>
                <p14:nvPr/>
              </p14:nvContentPartPr>
              <p14:xfrm>
                <a:off x="9289624" y="1581564"/>
                <a:ext cx="756360" cy="1130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78EDA6-CB10-E3FC-11A0-440724B166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80624" y="1572924"/>
                  <a:ext cx="774000" cy="11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620A22-989D-4061-78A5-77B4FFEE6D98}"/>
                    </a:ext>
                  </a:extLst>
                </p14:cNvPr>
                <p14:cNvContentPartPr/>
                <p14:nvPr/>
              </p14:nvContentPartPr>
              <p14:xfrm>
                <a:off x="8794984" y="1044084"/>
                <a:ext cx="275760" cy="494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620A22-989D-4061-78A5-77B4FFEE6D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85984" y="1035444"/>
                  <a:ext cx="2934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2CCE716-3A1E-B5D3-36B0-3D162C8BDB94}"/>
                    </a:ext>
                  </a:extLst>
                </p14:cNvPr>
                <p14:cNvContentPartPr/>
                <p14:nvPr/>
              </p14:nvContentPartPr>
              <p14:xfrm>
                <a:off x="9140584" y="1181604"/>
                <a:ext cx="191520" cy="564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2CCE716-3A1E-B5D3-36B0-3D162C8BDB9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31944" y="1172604"/>
                  <a:ext cx="2091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EF7ED16-1100-23B5-540F-B87AC3EE2C70}"/>
                    </a:ext>
                  </a:extLst>
                </p14:cNvPr>
                <p14:cNvContentPartPr/>
                <p14:nvPr/>
              </p14:nvContentPartPr>
              <p14:xfrm>
                <a:off x="9428944" y="1251804"/>
                <a:ext cx="670320" cy="276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EF7ED16-1100-23B5-540F-B87AC3EE2C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20304" y="1243164"/>
                  <a:ext cx="6879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B1187EF-D595-6C8B-6105-4D84E90F2AAC}"/>
                    </a:ext>
                  </a:extLst>
                </p14:cNvPr>
                <p14:cNvContentPartPr/>
                <p14:nvPr/>
              </p14:nvContentPartPr>
              <p14:xfrm>
                <a:off x="9943024" y="1189884"/>
                <a:ext cx="594720" cy="493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B1187EF-D595-6C8B-6105-4D84E90F2A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34024" y="1181244"/>
                  <a:ext cx="6123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67583FA-9327-9A86-B3AA-7E50D5BD50AB}"/>
                    </a:ext>
                  </a:extLst>
                </p14:cNvPr>
                <p14:cNvContentPartPr/>
                <p14:nvPr/>
              </p14:nvContentPartPr>
              <p14:xfrm>
                <a:off x="10275304" y="1192764"/>
                <a:ext cx="231480" cy="600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67583FA-9327-9A86-B3AA-7E50D5BD50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66664" y="1183764"/>
                  <a:ext cx="24912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4F8993-BC0F-0B06-206F-0FADFB20D2E5}"/>
                    </a:ext>
                  </a:extLst>
                </p14:cNvPr>
                <p14:cNvContentPartPr/>
                <p14:nvPr/>
              </p14:nvContentPartPr>
              <p14:xfrm>
                <a:off x="10584184" y="1766244"/>
                <a:ext cx="3600" cy="6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4F8993-BC0F-0B06-206F-0FADFB20D2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75544" y="1757244"/>
                  <a:ext cx="2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A254F2-6B67-B6D5-4A30-348083796033}"/>
                    </a:ext>
                  </a:extLst>
                </p14:cNvPr>
                <p14:cNvContentPartPr/>
                <p14:nvPr/>
              </p14:nvContentPartPr>
              <p14:xfrm>
                <a:off x="10538104" y="1237404"/>
                <a:ext cx="65160" cy="947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A254F2-6B67-B6D5-4A30-3480837960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29104" y="1228404"/>
                  <a:ext cx="8280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F7E938C-2C1B-65C2-1542-0EB9CF9DF59F}"/>
                    </a:ext>
                  </a:extLst>
                </p14:cNvPr>
                <p14:cNvContentPartPr/>
                <p14:nvPr/>
              </p14:nvContentPartPr>
              <p14:xfrm>
                <a:off x="10611184" y="1301484"/>
                <a:ext cx="162000" cy="38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F7E938C-2C1B-65C2-1542-0EB9CF9DF5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02184" y="1292844"/>
                  <a:ext cx="1796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2D9F92-46E1-589F-6D60-6983FDBEC87E}"/>
                    </a:ext>
                  </a:extLst>
                </p14:cNvPr>
                <p14:cNvContentPartPr/>
                <p14:nvPr/>
              </p14:nvContentPartPr>
              <p14:xfrm>
                <a:off x="10823944" y="1638084"/>
                <a:ext cx="66240" cy="52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2D9F92-46E1-589F-6D60-6983FDBEC87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14944" y="1629084"/>
                  <a:ext cx="83880" cy="69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108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22CD8C-43AC-D578-8327-4F4A7052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there’s no 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D0BDD-A879-C601-D45E-C25C96DDA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Without X, our best ‘explanation’ of the Y values is the mean. </a:t>
            </a:r>
          </a:p>
          <a:p>
            <a:pPr lvl="1"/>
            <a:r>
              <a:rPr lang="en-US" dirty="0"/>
              <a:t>This is the best model we can have to predict Y (without X). </a:t>
            </a:r>
          </a:p>
          <a:p>
            <a:r>
              <a:rPr lang="en-US" dirty="0"/>
              <a:t>If there’s no X, we have variance that is still unexplained. </a:t>
            </a:r>
          </a:p>
          <a:p>
            <a:pPr lvl="1"/>
            <a:r>
              <a:rPr lang="en-US" dirty="0"/>
              <a:t>The amount that each Y varies from said mean. </a:t>
            </a:r>
          </a:p>
          <a:p>
            <a:r>
              <a:rPr lang="en-US" dirty="0"/>
              <a:t>A model without X still makes predictions, those predictions are the mean for all Y (no X to change the prediction), and the distance from y to prediction is the variance. </a:t>
            </a:r>
          </a:p>
          <a:p>
            <a:r>
              <a:rPr lang="en-US" dirty="0"/>
              <a:t>This amount of variance is what the R2 is ‘explaining’.</a:t>
            </a:r>
          </a:p>
          <a:p>
            <a:pPr lvl="1"/>
            <a:r>
              <a:rPr lang="en-US" dirty="0"/>
              <a:t>We can’t get any better than predicting the mean without X. </a:t>
            </a:r>
          </a:p>
          <a:p>
            <a:pPr lvl="1"/>
            <a:r>
              <a:rPr lang="en-US" dirty="0"/>
              <a:t>When we add X, how much of that unexplained variation do we now know? </a:t>
            </a:r>
          </a:p>
        </p:txBody>
      </p:sp>
    </p:spTree>
    <p:extLst>
      <p:ext uri="{BB962C8B-B14F-4D97-AF65-F5344CB8AC3E}">
        <p14:creationId xmlns:p14="http://schemas.microsoft.com/office/powerpoint/2010/main" val="99315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44">
            <a:extLst>
              <a:ext uri="{FF2B5EF4-FFF2-40B4-BE49-F238E27FC236}">
                <a16:creationId xmlns:a16="http://schemas.microsoft.com/office/drawing/2014/main" id="{AE0FAC0A-4471-F1B4-CBE6-FEA2E1EB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WE add X, Amount of Unexplained Variance Decreases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89FDEC-604C-167A-9578-7E7FB5832F2E}"/>
              </a:ext>
            </a:extLst>
          </p:cNvPr>
          <p:cNvGrpSpPr/>
          <p:nvPr/>
        </p:nvGrpSpPr>
        <p:grpSpPr>
          <a:xfrm>
            <a:off x="5827052" y="2374317"/>
            <a:ext cx="5501160" cy="2985840"/>
            <a:chOff x="723424" y="2193564"/>
            <a:chExt cx="5501160" cy="29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212C70-AAD6-DA5E-F385-65ADA467C82A}"/>
                    </a:ext>
                  </a:extLst>
                </p14:cNvPr>
                <p14:cNvContentPartPr/>
                <p14:nvPr/>
              </p14:nvContentPartPr>
              <p14:xfrm>
                <a:off x="1043464" y="2193564"/>
                <a:ext cx="194040" cy="298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212C70-AAD6-DA5E-F385-65ADA467C8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5464" y="2175564"/>
                  <a:ext cx="229680" cy="30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89E0B3-6A7E-EADE-3C60-0F56FD7049EE}"/>
                    </a:ext>
                  </a:extLst>
                </p14:cNvPr>
                <p14:cNvContentPartPr/>
                <p14:nvPr/>
              </p14:nvContentPartPr>
              <p14:xfrm>
                <a:off x="723424" y="4681524"/>
                <a:ext cx="5501160" cy="36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89E0B3-6A7E-EADE-3C60-0F56FD7049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5784" y="4663884"/>
                  <a:ext cx="5536800" cy="40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9EAD6DD-F4DD-3DA4-766B-F89DB9BEC163}"/>
                  </a:ext>
                </a:extLst>
              </p14:cNvPr>
              <p14:cNvContentPartPr/>
              <p14:nvPr/>
            </p14:nvContentPartPr>
            <p14:xfrm>
              <a:off x="6659012" y="4199517"/>
              <a:ext cx="19080" cy="39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9EAD6DD-F4DD-3DA4-766B-F89DB9BEC1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1012" y="4181877"/>
                <a:ext cx="547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AF5B470-547B-8FC3-AD1C-CE826E6B2E92}"/>
                  </a:ext>
                </a:extLst>
              </p14:cNvPr>
              <p14:cNvContentPartPr/>
              <p14:nvPr/>
            </p14:nvContentPartPr>
            <p14:xfrm>
              <a:off x="7040972" y="4532517"/>
              <a:ext cx="90000" cy="54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AF5B470-547B-8FC3-AD1C-CE826E6B2E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23332" y="4514877"/>
                <a:ext cx="1256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981987-1D10-E96F-0C35-4F1839754592}"/>
                  </a:ext>
                </a:extLst>
              </p14:cNvPr>
              <p14:cNvContentPartPr/>
              <p14:nvPr/>
            </p14:nvContentPartPr>
            <p14:xfrm>
              <a:off x="7611212" y="3449277"/>
              <a:ext cx="24120" cy="120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981987-1D10-E96F-0C35-4F18397545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93212" y="3431277"/>
                <a:ext cx="59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8DD8EBA-65A0-6426-620E-EF4866CDDF0B}"/>
                  </a:ext>
                </a:extLst>
              </p14:cNvPr>
              <p14:cNvContentPartPr/>
              <p14:nvPr/>
            </p14:nvContentPartPr>
            <p14:xfrm>
              <a:off x="7389812" y="4194117"/>
              <a:ext cx="45720" cy="70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8DD8EBA-65A0-6426-620E-EF4866CDDF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72172" y="4176117"/>
                <a:ext cx="813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ADC622E-75D7-C1EE-9256-29790F78CFDF}"/>
                  </a:ext>
                </a:extLst>
              </p14:cNvPr>
              <p14:cNvContentPartPr/>
              <p14:nvPr/>
            </p14:nvContentPartPr>
            <p14:xfrm>
              <a:off x="8484932" y="3244437"/>
              <a:ext cx="97200" cy="86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ADC622E-75D7-C1EE-9256-29790F78CF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66932" y="3226797"/>
                <a:ext cx="1328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3ED47A7-B147-3183-3C69-0067EDD8AABD}"/>
                  </a:ext>
                </a:extLst>
              </p14:cNvPr>
              <p14:cNvContentPartPr/>
              <p14:nvPr/>
            </p14:nvContentPartPr>
            <p14:xfrm>
              <a:off x="8283332" y="2536317"/>
              <a:ext cx="97560" cy="78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3ED47A7-B147-3183-3C69-0067EDD8AA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65692" y="2518317"/>
                <a:ext cx="1332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490C66F-4627-73F7-0427-9EF45065736A}"/>
                  </a:ext>
                </a:extLst>
              </p14:cNvPr>
              <p14:cNvContentPartPr/>
              <p14:nvPr/>
            </p14:nvContentPartPr>
            <p14:xfrm>
              <a:off x="9361172" y="3296637"/>
              <a:ext cx="43200" cy="60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490C66F-4627-73F7-0427-9EF4506573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43172" y="3278997"/>
                <a:ext cx="7884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AB131C3-86F8-EE87-27D6-BCAF7F688D7B}"/>
              </a:ext>
            </a:extLst>
          </p:cNvPr>
          <p:cNvGrpSpPr/>
          <p:nvPr/>
        </p:nvGrpSpPr>
        <p:grpSpPr>
          <a:xfrm>
            <a:off x="909930" y="2184522"/>
            <a:ext cx="2329560" cy="3774600"/>
            <a:chOff x="8442544" y="2067564"/>
            <a:chExt cx="2329560" cy="37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6B45BE-0D64-C447-8196-FC318C0AC7C2}"/>
                    </a:ext>
                  </a:extLst>
                </p14:cNvPr>
                <p14:cNvContentPartPr/>
                <p14:nvPr/>
              </p14:nvContentPartPr>
              <p14:xfrm>
                <a:off x="8958424" y="2067564"/>
                <a:ext cx="288000" cy="3774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6B45BE-0D64-C447-8196-FC318C0AC7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40784" y="2049924"/>
                  <a:ext cx="323640" cy="38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4F193C-F577-A81B-F9BF-27781ED03F5C}"/>
                    </a:ext>
                  </a:extLst>
                </p14:cNvPr>
                <p14:cNvContentPartPr/>
                <p14:nvPr/>
              </p14:nvContentPartPr>
              <p14:xfrm>
                <a:off x="8442544" y="5150964"/>
                <a:ext cx="2329560" cy="138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4F193C-F577-A81B-F9BF-27781ED03F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24544" y="5132964"/>
                  <a:ext cx="236520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5771ABB-972A-A9EC-FE1E-6CEE3DECB86A}"/>
                  </a:ext>
                </a:extLst>
              </p14:cNvPr>
              <p14:cNvContentPartPr/>
              <p14:nvPr/>
            </p14:nvContentPartPr>
            <p14:xfrm>
              <a:off x="1487730" y="2803362"/>
              <a:ext cx="136440" cy="61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5771ABB-972A-A9EC-FE1E-6CEE3DECB8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69730" y="2785722"/>
                <a:ext cx="17208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25A662C-F84D-22D5-00E7-A35F34AB49F9}"/>
              </a:ext>
            </a:extLst>
          </p:cNvPr>
          <p:cNvGrpSpPr/>
          <p:nvPr/>
        </p:nvGrpSpPr>
        <p:grpSpPr>
          <a:xfrm>
            <a:off x="695370" y="3321402"/>
            <a:ext cx="2102040" cy="599040"/>
            <a:chOff x="8227984" y="3204444"/>
            <a:chExt cx="2102040" cy="59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036C7CC-D8CE-E6F3-EC5D-5515F7B94EE0}"/>
                    </a:ext>
                  </a:extLst>
                </p14:cNvPr>
                <p14:cNvContentPartPr/>
                <p14:nvPr/>
              </p14:nvContentPartPr>
              <p14:xfrm>
                <a:off x="9185944" y="3737964"/>
                <a:ext cx="51120" cy="65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036C7CC-D8CE-E6F3-EC5D-5515F7B94E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68304" y="3720324"/>
                  <a:ext cx="86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6A18351-248E-203C-1794-80B65A3CFA98}"/>
                    </a:ext>
                  </a:extLst>
                </p14:cNvPr>
                <p14:cNvContentPartPr/>
                <p14:nvPr/>
              </p14:nvContentPartPr>
              <p14:xfrm>
                <a:off x="9048064" y="3392364"/>
                <a:ext cx="137160" cy="70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6A18351-248E-203C-1794-80B65A3CFA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30424" y="3374364"/>
                  <a:ext cx="172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186DB6-47C5-4A2D-3B11-EA1A1171578B}"/>
                    </a:ext>
                  </a:extLst>
                </p14:cNvPr>
                <p14:cNvContentPartPr/>
                <p14:nvPr/>
              </p14:nvContentPartPr>
              <p14:xfrm>
                <a:off x="9075064" y="3204444"/>
                <a:ext cx="163440" cy="149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186DB6-47C5-4A2D-3B11-EA1A117157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57424" y="3186804"/>
                  <a:ext cx="199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9AF80EF-4D29-6E58-4EAB-7A7A65FC06D5}"/>
                    </a:ext>
                  </a:extLst>
                </p14:cNvPr>
                <p14:cNvContentPartPr/>
                <p14:nvPr/>
              </p14:nvContentPartPr>
              <p14:xfrm>
                <a:off x="8227984" y="3751644"/>
                <a:ext cx="183960" cy="1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9AF80EF-4D29-6E58-4EAB-7A7A65FC06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10344" y="3733644"/>
                  <a:ext cx="219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DF3185-31EC-9EA5-8864-F2A4072D6536}"/>
                    </a:ext>
                  </a:extLst>
                </p14:cNvPr>
                <p14:cNvContentPartPr/>
                <p14:nvPr/>
              </p14:nvContentPartPr>
              <p14:xfrm>
                <a:off x="8463424" y="3758124"/>
                <a:ext cx="318240" cy="3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DF3185-31EC-9EA5-8864-F2A4072D65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45424" y="3740124"/>
                  <a:ext cx="353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49524A2-3BA4-408B-BB5E-CA5F62D6CDEC}"/>
                    </a:ext>
                  </a:extLst>
                </p14:cNvPr>
                <p14:cNvContentPartPr/>
                <p14:nvPr/>
              </p14:nvContentPartPr>
              <p14:xfrm>
                <a:off x="8898664" y="3742284"/>
                <a:ext cx="134640" cy="2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49524A2-3BA4-408B-BB5E-CA5F62D6CD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81024" y="3724284"/>
                  <a:ext cx="170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F76D93B-6F58-0C52-A2F6-D41D74C010A0}"/>
                    </a:ext>
                  </a:extLst>
                </p14:cNvPr>
                <p14:cNvContentPartPr/>
                <p14:nvPr/>
              </p14:nvContentPartPr>
              <p14:xfrm>
                <a:off x="9139864" y="3764604"/>
                <a:ext cx="84600" cy="16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F76D93B-6F58-0C52-A2F6-D41D74C010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121864" y="3746964"/>
                  <a:ext cx="120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EF4395-CBF4-7F21-75B9-8BDE80A84C2D}"/>
                    </a:ext>
                  </a:extLst>
                </p14:cNvPr>
                <p14:cNvContentPartPr/>
                <p14:nvPr/>
              </p14:nvContentPartPr>
              <p14:xfrm>
                <a:off x="9447664" y="3640044"/>
                <a:ext cx="120240" cy="20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EF4395-CBF4-7F21-75B9-8BDE80A84C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29664" y="3622404"/>
                  <a:ext cx="155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1A5E3F-817C-E029-41FE-4FE89D4CDB36}"/>
                    </a:ext>
                  </a:extLst>
                </p14:cNvPr>
                <p14:cNvContentPartPr/>
                <p14:nvPr/>
              </p14:nvContentPartPr>
              <p14:xfrm>
                <a:off x="9795064" y="3647604"/>
                <a:ext cx="176760" cy="39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1A5E3F-817C-E029-41FE-4FE89D4CDB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77064" y="3629604"/>
                  <a:ext cx="212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F7ACA8-F258-9A8A-D3D0-84F5FF4D2E6C}"/>
                    </a:ext>
                  </a:extLst>
                </p14:cNvPr>
                <p14:cNvContentPartPr/>
                <p14:nvPr/>
              </p14:nvContentPartPr>
              <p14:xfrm>
                <a:off x="10161184" y="3592164"/>
                <a:ext cx="168840" cy="33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F7ACA8-F258-9A8A-D3D0-84F5FF4D2E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43184" y="3574524"/>
                  <a:ext cx="20448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35505D0-89E6-35BA-119D-B21A0E57F221}"/>
              </a:ext>
            </a:extLst>
          </p:cNvPr>
          <p:cNvGrpSpPr/>
          <p:nvPr/>
        </p:nvGrpSpPr>
        <p:grpSpPr>
          <a:xfrm>
            <a:off x="2984610" y="3503202"/>
            <a:ext cx="531000" cy="679680"/>
            <a:chOff x="10517224" y="3386244"/>
            <a:chExt cx="531000" cy="6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72002B-817C-67D6-95F0-B6317A2AF8A5}"/>
                    </a:ext>
                  </a:extLst>
                </p14:cNvPr>
                <p14:cNvContentPartPr/>
                <p14:nvPr/>
              </p14:nvContentPartPr>
              <p14:xfrm>
                <a:off x="10578064" y="3459684"/>
                <a:ext cx="340560" cy="271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72002B-817C-67D6-95F0-B6317A2AF8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60424" y="3442044"/>
                  <a:ext cx="3762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063EE6-B40E-E418-4B87-FE9D4EB8F88B}"/>
                    </a:ext>
                  </a:extLst>
                </p14:cNvPr>
                <p14:cNvContentPartPr/>
                <p14:nvPr/>
              </p14:nvContentPartPr>
              <p14:xfrm>
                <a:off x="10597144" y="3459684"/>
                <a:ext cx="321840" cy="606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063EE6-B40E-E418-4B87-FE9D4EB8F8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79144" y="3442044"/>
                  <a:ext cx="35748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B8D849-9737-B9F2-B8C7-8BD302EA0095}"/>
                    </a:ext>
                  </a:extLst>
                </p14:cNvPr>
                <p14:cNvContentPartPr/>
                <p14:nvPr/>
              </p14:nvContentPartPr>
              <p14:xfrm>
                <a:off x="10517224" y="3386244"/>
                <a:ext cx="531000" cy="2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B8D849-9737-B9F2-B8C7-8BD302EA009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99224" y="3368244"/>
                  <a:ext cx="56664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058D6BE-7123-9B25-F95A-BF6CD7E937C2}"/>
                  </a:ext>
                </a:extLst>
              </p14:cNvPr>
              <p14:cNvContentPartPr/>
              <p14:nvPr/>
            </p14:nvContentPartPr>
            <p14:xfrm>
              <a:off x="1735770" y="2886882"/>
              <a:ext cx="373680" cy="810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058D6BE-7123-9B25-F95A-BF6CD7E937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26770" y="2878242"/>
                <a:ext cx="391320" cy="8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19062B7-8F38-03FD-1CC4-C6D163DBF494}"/>
                  </a:ext>
                </a:extLst>
              </p14:cNvPr>
              <p14:cNvContentPartPr/>
              <p14:nvPr/>
            </p14:nvContentPartPr>
            <p14:xfrm>
              <a:off x="1331464" y="2636724"/>
              <a:ext cx="383400" cy="4708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19062B7-8F38-03FD-1CC4-C6D163DBF49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22824" y="2627724"/>
                <a:ext cx="40104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A2691D9-DF4D-2566-A78F-8C47C6B3EB1C}"/>
                  </a:ext>
                </a:extLst>
              </p14:cNvPr>
              <p14:cNvContentPartPr/>
              <p14:nvPr/>
            </p14:nvContentPartPr>
            <p14:xfrm>
              <a:off x="8079664" y="2405964"/>
              <a:ext cx="487800" cy="3920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A2691D9-DF4D-2566-A78F-8C47C6B3EB1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071024" y="2396964"/>
                <a:ext cx="5054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7A9A38F-E9B8-36CF-E76B-A45326990105}"/>
                  </a:ext>
                </a:extLst>
              </p14:cNvPr>
              <p14:cNvContentPartPr/>
              <p14:nvPr/>
            </p14:nvContentPartPr>
            <p14:xfrm>
              <a:off x="9331024" y="2429724"/>
              <a:ext cx="303120" cy="216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7A9A38F-E9B8-36CF-E76B-A453269901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22024" y="2420724"/>
                <a:ext cx="3207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6A4EB58-D504-1F00-8726-B2548A1FA02F}"/>
                  </a:ext>
                </a:extLst>
              </p14:cNvPr>
              <p14:cNvContentPartPr/>
              <p14:nvPr/>
            </p14:nvContentPartPr>
            <p14:xfrm>
              <a:off x="8985784" y="2798004"/>
              <a:ext cx="220320" cy="229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6A4EB58-D504-1F00-8726-B2548A1FA02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77144" y="2789004"/>
                <a:ext cx="23796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A2DA363C-FC3A-D2BF-0254-9DF9C0BB5F73}"/>
              </a:ext>
            </a:extLst>
          </p:cNvPr>
          <p:cNvGrpSpPr/>
          <p:nvPr/>
        </p:nvGrpSpPr>
        <p:grpSpPr>
          <a:xfrm>
            <a:off x="5835784" y="3204084"/>
            <a:ext cx="5975640" cy="1488240"/>
            <a:chOff x="5835784" y="3204084"/>
            <a:chExt cx="5975640" cy="14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C6E825E-76F9-6B54-6181-7E54A861C657}"/>
                    </a:ext>
                  </a:extLst>
                </p14:cNvPr>
                <p14:cNvContentPartPr/>
                <p14:nvPr/>
              </p14:nvContentPartPr>
              <p14:xfrm>
                <a:off x="5835784" y="3655524"/>
                <a:ext cx="168840" cy="5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C6E825E-76F9-6B54-6181-7E54A861C6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27144" y="3646884"/>
                  <a:ext cx="186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00805B1-2525-21A9-6F52-505B224C143E}"/>
                    </a:ext>
                  </a:extLst>
                </p14:cNvPr>
                <p14:cNvContentPartPr/>
                <p14:nvPr/>
              </p14:nvContentPartPr>
              <p14:xfrm>
                <a:off x="6511864" y="3753444"/>
                <a:ext cx="169200" cy="1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00805B1-2525-21A9-6F52-505B224C14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02864" y="3744444"/>
                  <a:ext cx="186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6E29F04-4552-95F5-05A8-1693D92A682E}"/>
                    </a:ext>
                  </a:extLst>
                </p14:cNvPr>
                <p14:cNvContentPartPr/>
                <p14:nvPr/>
              </p14:nvContentPartPr>
              <p14:xfrm>
                <a:off x="7033144" y="3728964"/>
                <a:ext cx="815040" cy="26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6E29F04-4552-95F5-05A8-1693D92A68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24504" y="3719964"/>
                  <a:ext cx="83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59998E2-DC93-EBF1-FFE5-AD774C77A3FB}"/>
                    </a:ext>
                  </a:extLst>
                </p14:cNvPr>
                <p14:cNvContentPartPr/>
                <p14:nvPr/>
              </p14:nvContentPartPr>
              <p14:xfrm>
                <a:off x="8749264" y="3953244"/>
                <a:ext cx="204840" cy="57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59998E2-DC93-EBF1-FFE5-AD774C77A3F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40624" y="3944604"/>
                  <a:ext cx="222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026A9B-DD2F-D2A3-8E43-173A70D4DFB7}"/>
                    </a:ext>
                  </a:extLst>
                </p14:cNvPr>
                <p14:cNvContentPartPr/>
                <p14:nvPr/>
              </p14:nvContentPartPr>
              <p14:xfrm>
                <a:off x="9325984" y="3726084"/>
                <a:ext cx="393120" cy="81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026A9B-DD2F-D2A3-8E43-173A70D4DF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17344" y="3717084"/>
                  <a:ext cx="410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69A26F-80ED-F064-945E-BED4F3CFF4D0}"/>
                    </a:ext>
                  </a:extLst>
                </p14:cNvPr>
                <p14:cNvContentPartPr/>
                <p14:nvPr/>
              </p14:nvContentPartPr>
              <p14:xfrm>
                <a:off x="9825664" y="3497484"/>
                <a:ext cx="971640" cy="215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69A26F-80ED-F064-945E-BED4F3CFF4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17024" y="3488844"/>
                  <a:ext cx="989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AE33FFE-959C-87FA-8992-300ADDC1E349}"/>
                    </a:ext>
                  </a:extLst>
                </p14:cNvPr>
                <p14:cNvContentPartPr/>
                <p14:nvPr/>
              </p14:nvContentPartPr>
              <p14:xfrm>
                <a:off x="10868224" y="3565524"/>
                <a:ext cx="351000" cy="85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AE33FFE-959C-87FA-8992-300ADDC1E3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59584" y="3556524"/>
                  <a:ext cx="368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33ACC5-9FC7-B9D8-F3C6-799FAB89E8E4}"/>
                    </a:ext>
                  </a:extLst>
                </p14:cNvPr>
                <p14:cNvContentPartPr/>
                <p14:nvPr/>
              </p14:nvContentPartPr>
              <p14:xfrm>
                <a:off x="11366104" y="3529884"/>
                <a:ext cx="354600" cy="512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33ACC5-9FC7-B9D8-F3C6-799FAB89E8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57104" y="3521244"/>
                  <a:ext cx="3722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A36E42-047E-D7B3-67B7-3987090E6788}"/>
                    </a:ext>
                  </a:extLst>
                </p14:cNvPr>
                <p14:cNvContentPartPr/>
                <p14:nvPr/>
              </p14:nvContentPartPr>
              <p14:xfrm>
                <a:off x="11273224" y="3290124"/>
                <a:ext cx="538200" cy="57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A36E42-047E-D7B3-67B7-3987090E67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64224" y="3281124"/>
                  <a:ext cx="555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8532F12-8C20-B9FF-E65D-5961A2AE5520}"/>
                    </a:ext>
                  </a:extLst>
                </p14:cNvPr>
                <p14:cNvContentPartPr/>
                <p14:nvPr/>
              </p14:nvContentPartPr>
              <p14:xfrm>
                <a:off x="8375944" y="3204084"/>
                <a:ext cx="390240" cy="187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8532F12-8C20-B9FF-E65D-5961A2AE552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66944" y="3195444"/>
                  <a:ext cx="407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E086E81-E911-20FF-150D-269F11A0B49D}"/>
                    </a:ext>
                  </a:extLst>
                </p14:cNvPr>
                <p14:cNvContentPartPr/>
                <p14:nvPr/>
              </p14:nvContentPartPr>
              <p14:xfrm>
                <a:off x="7860784" y="3483804"/>
                <a:ext cx="357120" cy="202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E086E81-E911-20FF-150D-269F11A0B4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51784" y="3474804"/>
                  <a:ext cx="374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1FB5A6-586E-075E-3C2E-1081C0C54D94}"/>
                    </a:ext>
                  </a:extLst>
                </p14:cNvPr>
                <p14:cNvContentPartPr/>
                <p14:nvPr/>
              </p14:nvContentPartPr>
              <p14:xfrm>
                <a:off x="7286944" y="3804564"/>
                <a:ext cx="391680" cy="244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1FB5A6-586E-075E-3C2E-1081C0C54D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78304" y="3795564"/>
                  <a:ext cx="409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E1A9939-CA09-8FC7-3987-3069E4673F11}"/>
                    </a:ext>
                  </a:extLst>
                </p14:cNvPr>
                <p14:cNvContentPartPr/>
                <p14:nvPr/>
              </p14:nvContentPartPr>
              <p14:xfrm>
                <a:off x="6707344" y="4122444"/>
                <a:ext cx="453240" cy="311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E1A9939-CA09-8FC7-3987-3069E4673F1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98704" y="4113804"/>
                  <a:ext cx="470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F6B8616-81DD-31AB-7C4A-FFD903B3AF37}"/>
                    </a:ext>
                  </a:extLst>
                </p14:cNvPr>
                <p14:cNvContentPartPr/>
                <p14:nvPr/>
              </p14:nvContentPartPr>
              <p14:xfrm>
                <a:off x="6340504" y="4520964"/>
                <a:ext cx="275400" cy="171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F6B8616-81DD-31AB-7C4A-FFD903B3AF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31504" y="4511964"/>
                  <a:ext cx="29304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CAED180-40AB-8670-C5E4-B6FDAF758825}"/>
                  </a:ext>
                </a:extLst>
              </p14:cNvPr>
              <p14:cNvContentPartPr/>
              <p14:nvPr/>
            </p14:nvContentPartPr>
            <p14:xfrm>
              <a:off x="7920184" y="2648604"/>
              <a:ext cx="752040" cy="13305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CAED180-40AB-8670-C5E4-B6FDAF75882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911184" y="2639604"/>
                <a:ext cx="769680" cy="13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66FA391-8715-E328-69D0-676C907EA3D4}"/>
                  </a:ext>
                </a:extLst>
              </p14:cNvPr>
              <p14:cNvContentPartPr/>
              <p14:nvPr/>
            </p14:nvContentPartPr>
            <p14:xfrm>
              <a:off x="5286424" y="2719524"/>
              <a:ext cx="2656440" cy="3801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66FA391-8715-E328-69D0-676C907EA3D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77784" y="2710884"/>
                <a:ext cx="267408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E951314-739B-3F38-8B47-DF8B1CAD7E7D}"/>
                  </a:ext>
                </a:extLst>
              </p14:cNvPr>
              <p14:cNvContentPartPr/>
              <p14:nvPr/>
            </p14:nvContentPartPr>
            <p14:xfrm>
              <a:off x="8251384" y="2668044"/>
              <a:ext cx="523080" cy="5072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E951314-739B-3F38-8B47-DF8B1CAD7E7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42384" y="2659404"/>
                <a:ext cx="54072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6290086-2BB8-27CA-DEB6-0EB31472DD05}"/>
                  </a:ext>
                </a:extLst>
              </p14:cNvPr>
              <p14:cNvContentPartPr/>
              <p14:nvPr/>
            </p14:nvContentPartPr>
            <p14:xfrm>
              <a:off x="8598064" y="3359604"/>
              <a:ext cx="369000" cy="603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6290086-2BB8-27CA-DEB6-0EB31472DD0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589424" y="3350964"/>
                <a:ext cx="386640" cy="621000"/>
              </a:xfrm>
              <a:prstGeom prst="rect">
                <a:avLst/>
              </a:prstGeom>
            </p:spPr>
          </p:pic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5FB9073C-3E58-E4EE-5399-A8F5892EB7AE}"/>
              </a:ext>
            </a:extLst>
          </p:cNvPr>
          <p:cNvSpPr txBox="1"/>
          <p:nvPr/>
        </p:nvSpPr>
        <p:spPr>
          <a:xfrm>
            <a:off x="3532078" y="2000113"/>
            <a:ext cx="224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Unexplained Variance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BF86E7D-4C45-5C6B-FEAD-CC77F51E2A19}"/>
              </a:ext>
            </a:extLst>
          </p:cNvPr>
          <p:cNvSpPr txBox="1"/>
          <p:nvPr/>
        </p:nvSpPr>
        <p:spPr>
          <a:xfrm>
            <a:off x="9024422" y="1846063"/>
            <a:ext cx="224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Unexplained Variance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50E4359-0490-8512-3BDD-597F3FB12282}"/>
              </a:ext>
            </a:extLst>
          </p:cNvPr>
          <p:cNvSpPr txBox="1"/>
          <p:nvPr/>
        </p:nvSpPr>
        <p:spPr>
          <a:xfrm>
            <a:off x="8852941" y="4300230"/>
            <a:ext cx="224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Variance We Can Now Explain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0443A1F-F1F7-4CAB-3BB1-805FA5D927AA}"/>
              </a:ext>
            </a:extLst>
          </p:cNvPr>
          <p:cNvGrpSpPr/>
          <p:nvPr/>
        </p:nvGrpSpPr>
        <p:grpSpPr>
          <a:xfrm>
            <a:off x="3599464" y="3891466"/>
            <a:ext cx="1656720" cy="1146240"/>
            <a:chOff x="6013624" y="2852364"/>
            <a:chExt cx="1656720" cy="11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D4A025E-3CE8-B73B-03DD-8CDB7DCCE133}"/>
                    </a:ext>
                  </a:extLst>
                </p14:cNvPr>
                <p14:cNvContentPartPr/>
                <p14:nvPr/>
              </p14:nvContentPartPr>
              <p14:xfrm>
                <a:off x="6013624" y="3437364"/>
                <a:ext cx="1656720" cy="47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D4A025E-3CE8-B73B-03DD-8CDB7DCCE13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95624" y="3419724"/>
                  <a:ext cx="1692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EE5413-6334-5E32-01FC-FBD90868A81F}"/>
                    </a:ext>
                  </a:extLst>
                </p14:cNvPr>
                <p14:cNvContentPartPr/>
                <p14:nvPr/>
              </p14:nvContentPartPr>
              <p14:xfrm>
                <a:off x="6773944" y="2852364"/>
                <a:ext cx="853200" cy="624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EE5413-6334-5E32-01FC-FBD90868A8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55944" y="2834724"/>
                  <a:ext cx="8888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C59B1E9-076B-7515-63B7-6A56B62E0B17}"/>
                    </a:ext>
                  </a:extLst>
                </p14:cNvPr>
                <p14:cNvContentPartPr/>
                <p14:nvPr/>
              </p14:nvContentPartPr>
              <p14:xfrm>
                <a:off x="7128544" y="3461844"/>
                <a:ext cx="532800" cy="536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C59B1E9-076B-7515-63B7-6A56B62E0B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10904" y="3444204"/>
                  <a:ext cx="568440" cy="572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3BB050B-86C6-1D55-0EBE-4208D679ED67}"/>
              </a:ext>
            </a:extLst>
          </p:cNvPr>
          <p:cNvSpPr txBox="1"/>
          <p:nvPr/>
        </p:nvSpPr>
        <p:spPr>
          <a:xfrm>
            <a:off x="124649" y="1855047"/>
            <a:ext cx="224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One Point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68C4F1D-FEBD-FA4C-5274-61FE16E670C6}"/>
                  </a:ext>
                </a:extLst>
              </p14:cNvPr>
              <p14:cNvContentPartPr/>
              <p14:nvPr/>
            </p14:nvContentPartPr>
            <p14:xfrm>
              <a:off x="8808664" y="2512164"/>
              <a:ext cx="297360" cy="2376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68C4F1D-FEBD-FA4C-5274-61FE16E670C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00024" y="2503164"/>
                <a:ext cx="3150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A294408-B5EA-124A-3767-CD0306A5E20B}"/>
                  </a:ext>
                </a:extLst>
              </p14:cNvPr>
              <p14:cNvContentPartPr/>
              <p14:nvPr/>
            </p14:nvContentPartPr>
            <p14:xfrm>
              <a:off x="9008104" y="3898884"/>
              <a:ext cx="789480" cy="4021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A294408-B5EA-124A-3767-CD0306A5E20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999464" y="3890244"/>
                <a:ext cx="807120" cy="41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73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1CA-7437-316C-EE7B-1C6A57761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R-Squared is the percent that we Capture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E5D-271E-ED2E-057B-ED66FBE22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0273" y="1853754"/>
            <a:ext cx="7021727" cy="4297664"/>
          </a:xfrm>
        </p:spPr>
        <p:txBody>
          <a:bodyPr>
            <a:normAutofit/>
          </a:bodyPr>
          <a:lstStyle/>
          <a:p>
            <a:r>
              <a:rPr lang="en-US" dirty="0"/>
              <a:t>Adding X, the model is now better at ‘explaining’ Y’s position.  </a:t>
            </a:r>
          </a:p>
          <a:p>
            <a:pPr lvl="1"/>
            <a:r>
              <a:rPr lang="en-US" dirty="0"/>
              <a:t>Model can now change prediction based on X.</a:t>
            </a:r>
          </a:p>
          <a:p>
            <a:r>
              <a:rPr lang="en-US" dirty="0"/>
              <a:t>The X-less model has lots of variance.</a:t>
            </a:r>
          </a:p>
          <a:p>
            <a:pPr lvl="1"/>
            <a:r>
              <a:rPr lang="en-US" dirty="0"/>
              <a:t>Residuals between Y and mean-model is big. </a:t>
            </a:r>
          </a:p>
          <a:p>
            <a:r>
              <a:rPr lang="en-US" dirty="0"/>
              <a:t>The X-inclusive model reduces that variance. </a:t>
            </a:r>
          </a:p>
          <a:p>
            <a:pPr lvl="1"/>
            <a:r>
              <a:rPr lang="en-US" dirty="0"/>
              <a:t>Residuals w/ Y and regression-model is smaller. </a:t>
            </a:r>
          </a:p>
          <a:p>
            <a:r>
              <a:rPr lang="en-US" dirty="0"/>
              <a:t>Percent we’ve shrunk that residual becomes the R2. </a:t>
            </a:r>
          </a:p>
          <a:p>
            <a:pPr lvl="1"/>
            <a:r>
              <a:rPr lang="en-US" dirty="0"/>
              <a:t>R2=1 means we’ve explained everything, the pred is the real value. How close are we to that? </a:t>
            </a:r>
          </a:p>
          <a:p>
            <a:r>
              <a:rPr lang="en-US" dirty="0"/>
              <a:t>Better model ‘explains away’ more of that orig. residual. </a:t>
            </a:r>
          </a:p>
        </p:txBody>
      </p:sp>
      <p:pic>
        <p:nvPicPr>
          <p:cNvPr id="4" name="Picture 2" descr="Statistical Regression SSR / SSE / SST | Dr. Walid Soula | Artificial  Intelligence in Plain English">
            <a:extLst>
              <a:ext uri="{FF2B5EF4-FFF2-40B4-BE49-F238E27FC236}">
                <a16:creationId xmlns:a16="http://schemas.microsoft.com/office/drawing/2014/main" id="{F1CF5CB4-86B2-D72D-EDE5-F19407040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3" y="2047009"/>
            <a:ext cx="5024800" cy="357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46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3966-A021-E34C-DE84-31BA0514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FC4C7-56A0-A530-833F-7BF88EA3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residuals can be measured and tallied into MSE/RMSE. </a:t>
            </a:r>
          </a:p>
          <a:p>
            <a:pPr lvl="1"/>
            <a:r>
              <a:rPr lang="en-US" dirty="0"/>
              <a:t>Direct metric of error – how large are the average residuals(-</a:t>
            </a:r>
            <a:r>
              <a:rPr lang="en-US" dirty="0" err="1"/>
              <a:t>ish</a:t>
            </a:r>
            <a:r>
              <a:rPr lang="en-US" dirty="0"/>
              <a:t>). </a:t>
            </a:r>
          </a:p>
          <a:p>
            <a:r>
              <a:rPr lang="en-US" dirty="0"/>
              <a:t>The residuals also generate the R2, but with more arithmetic. </a:t>
            </a:r>
          </a:p>
          <a:p>
            <a:pPr lvl="1"/>
            <a:r>
              <a:rPr lang="en-US" dirty="0"/>
              <a:t>The naïve (no X value) model is taken as the baseline, with large residuals. </a:t>
            </a:r>
          </a:p>
          <a:p>
            <a:pPr lvl="1"/>
            <a:r>
              <a:rPr lang="en-US" dirty="0"/>
              <a:t>The new model with X is better, with smaller residuals. </a:t>
            </a:r>
          </a:p>
          <a:p>
            <a:pPr lvl="1"/>
            <a:r>
              <a:rPr lang="en-US" dirty="0"/>
              <a:t>The amount of the original residuals we’ve explained, or removed, is ~R2. </a:t>
            </a:r>
          </a:p>
          <a:p>
            <a:pPr lvl="1"/>
            <a:r>
              <a:rPr lang="en-US" dirty="0"/>
              <a:t>This is an indirect measure of error, but still residual based. </a:t>
            </a:r>
          </a:p>
          <a:p>
            <a:r>
              <a:rPr lang="en-US" dirty="0"/>
              <a:t>R2 is usually used as a default score for regression. </a:t>
            </a:r>
          </a:p>
          <a:p>
            <a:pPr lvl="1"/>
            <a:r>
              <a:rPr lang="en-US" dirty="0"/>
              <a:t>Informally describes ‘fit’ – how well model matches data. </a:t>
            </a:r>
          </a:p>
        </p:txBody>
      </p:sp>
    </p:spTree>
    <p:extLst>
      <p:ext uri="{BB962C8B-B14F-4D97-AF65-F5344CB8AC3E}">
        <p14:creationId xmlns:p14="http://schemas.microsoft.com/office/powerpoint/2010/main" val="114486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C5C7-B219-BB65-D39E-2980D794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 and 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B7B81-3BD7-7126-9487-A59B781DA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3" y="2015732"/>
            <a:ext cx="7651307" cy="4037749"/>
          </a:xfrm>
        </p:spPr>
        <p:txBody>
          <a:bodyPr/>
          <a:lstStyle/>
          <a:p>
            <a:r>
              <a:rPr lang="en-US" dirty="0"/>
              <a:t>Multiple regression, with more than one X, works the same way. </a:t>
            </a:r>
          </a:p>
          <a:p>
            <a:pPr lvl="1"/>
            <a:r>
              <a:rPr lang="en-US" dirty="0"/>
              <a:t>We have a target – Y. </a:t>
            </a:r>
          </a:p>
          <a:p>
            <a:pPr lvl="1"/>
            <a:r>
              <a:rPr lang="en-US" dirty="0"/>
              <a:t>We have multiple inputs – X1, X2, X3….</a:t>
            </a:r>
          </a:p>
          <a:p>
            <a:pPr lvl="1"/>
            <a:r>
              <a:rPr lang="en-US" dirty="0"/>
              <a:t>The concept works the same way, it’s just hard to visualize. </a:t>
            </a:r>
          </a:p>
          <a:p>
            <a:pPr lvl="1"/>
            <a:r>
              <a:rPr lang="en-US" dirty="0"/>
              <a:t>Model is y = x1*m1+x2*m2+….b. </a:t>
            </a:r>
          </a:p>
          <a:p>
            <a:pPr lvl="1"/>
            <a:r>
              <a:rPr lang="en-US" dirty="0"/>
              <a:t>Coefficients are weightings of input contributions*. </a:t>
            </a:r>
          </a:p>
          <a:p>
            <a:r>
              <a:rPr lang="en-US" dirty="0"/>
              <a:t>The error calculations are the same, only Y is involved. </a:t>
            </a:r>
          </a:p>
          <a:p>
            <a:pPr lvl="1"/>
            <a:r>
              <a:rPr lang="en-US" dirty="0"/>
              <a:t>Error looks at Y versus predicted Y, so math is identical no matter size. </a:t>
            </a:r>
          </a:p>
          <a:p>
            <a:r>
              <a:rPr lang="en-US" dirty="0"/>
              <a:t>The X values are generally called features or the feature set. </a:t>
            </a:r>
          </a:p>
        </p:txBody>
      </p:sp>
      <p:pic>
        <p:nvPicPr>
          <p:cNvPr id="1026" name="Picture 2" descr="Multiple linear regression made simple - Stats and R">
            <a:extLst>
              <a:ext uri="{FF2B5EF4-FFF2-40B4-BE49-F238E27FC236}">
                <a16:creationId xmlns:a16="http://schemas.microsoft.com/office/drawing/2014/main" id="{C8758913-8246-E92D-539B-CD9833E3A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0" y="1608481"/>
            <a:ext cx="4445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66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FDBA-BA08-956D-8496-9F9EB3B7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</a:t>
            </a:r>
            <a:r>
              <a:rPr lang="en-US" dirty="0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35111-5DDD-235A-9679-DB9FF5FFC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494" y="2015731"/>
            <a:ext cx="5318360" cy="4037749"/>
          </a:xfrm>
        </p:spPr>
        <p:txBody>
          <a:bodyPr/>
          <a:lstStyle/>
          <a:p>
            <a:r>
              <a:rPr lang="en-US" dirty="0"/>
              <a:t>In practice, we don’t need the visualization or the coefficients directly. </a:t>
            </a:r>
          </a:p>
          <a:p>
            <a:pPr lvl="1"/>
            <a:r>
              <a:rPr lang="en-US" dirty="0"/>
              <a:t>Feature width + 1 dimension visual. </a:t>
            </a:r>
          </a:p>
          <a:p>
            <a:r>
              <a:rPr lang="en-US" dirty="0"/>
              <a:t>We prepare data in the correct format and feed to algorithm. </a:t>
            </a:r>
          </a:p>
          <a:p>
            <a:r>
              <a:rPr lang="en-US" dirty="0"/>
              <a:t>This ultimately needs* to be in this structure:</a:t>
            </a:r>
          </a:p>
          <a:p>
            <a:pPr lvl="1"/>
            <a:r>
              <a:rPr lang="en-US" dirty="0"/>
              <a:t>2D array of features N rows tall. </a:t>
            </a:r>
          </a:p>
          <a:p>
            <a:pPr lvl="1"/>
            <a:r>
              <a:rPr lang="en-US" dirty="0"/>
              <a:t>1D vector of targets N rows tall. </a:t>
            </a:r>
          </a:p>
          <a:p>
            <a:pPr lvl="1"/>
            <a:endParaRPr lang="en-US" dirty="0"/>
          </a:p>
        </p:txBody>
      </p:sp>
      <p:pic>
        <p:nvPicPr>
          <p:cNvPr id="4" name="Picture 2" descr="Introducing Scikit-Learn | Python Data Science Handbook">
            <a:extLst>
              <a:ext uri="{FF2B5EF4-FFF2-40B4-BE49-F238E27FC236}">
                <a16:creationId xmlns:a16="http://schemas.microsoft.com/office/drawing/2014/main" id="{74D78F57-D6EC-4450-6A47-97BC327B0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94" y="2091036"/>
            <a:ext cx="5486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2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F9B10B-EB04-ACCD-DFEC-C99E65A2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Predict Income….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B35D-48C9-6F73-4296-F6106C3C2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519377" cy="4037749"/>
          </a:xfrm>
        </p:spPr>
        <p:txBody>
          <a:bodyPr/>
          <a:lstStyle/>
          <a:p>
            <a:r>
              <a:rPr lang="en-US" dirty="0"/>
              <a:t>X values are Age, Party, and Gender. </a:t>
            </a:r>
          </a:p>
          <a:p>
            <a:r>
              <a:rPr lang="en-US" dirty="0"/>
              <a:t>How do we do math with Party or Gender?</a:t>
            </a:r>
          </a:p>
          <a:p>
            <a:pPr lvl="1"/>
            <a:r>
              <a:rPr lang="en-US" dirty="0"/>
              <a:t>Prediction is y = m1*x1+m2*x2….</a:t>
            </a:r>
          </a:p>
          <a:p>
            <a:pPr lvl="1"/>
            <a:r>
              <a:rPr lang="en-US" dirty="0"/>
              <a:t>Each term is </a:t>
            </a:r>
            <a:r>
              <a:rPr lang="en-US" dirty="0" err="1"/>
              <a:t>coef</a:t>
            </a:r>
            <a:r>
              <a:rPr lang="en-US" dirty="0"/>
              <a:t>*</a:t>
            </a:r>
            <a:r>
              <a:rPr lang="en-US" dirty="0" err="1"/>
              <a:t>x_value</a:t>
            </a:r>
            <a:r>
              <a:rPr lang="en-US" dirty="0"/>
              <a:t>. </a:t>
            </a:r>
          </a:p>
          <a:p>
            <a:r>
              <a:rPr lang="en-US" dirty="0"/>
              <a:t>We need a number for the regression. </a:t>
            </a:r>
          </a:p>
          <a:p>
            <a:r>
              <a:rPr lang="en-US" dirty="0"/>
              <a:t>We have a word. </a:t>
            </a:r>
          </a:p>
          <a:p>
            <a:r>
              <a:rPr lang="en-US" dirty="0"/>
              <a:t>WTF??????????????</a:t>
            </a:r>
          </a:p>
        </p:txBody>
      </p:sp>
      <p:pic>
        <p:nvPicPr>
          <p:cNvPr id="2052" name="Picture 4" descr="Categorical Coding Regression | Real Statistics Using Excel">
            <a:extLst>
              <a:ext uri="{FF2B5EF4-FFF2-40B4-BE49-F238E27FC236}">
                <a16:creationId xmlns:a16="http://schemas.microsoft.com/office/drawing/2014/main" id="{83D45902-5435-8D07-8952-8E72725D7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59"/>
          <a:stretch>
            <a:fillRect/>
          </a:stretch>
        </p:blipFill>
        <p:spPr bwMode="auto">
          <a:xfrm>
            <a:off x="6970956" y="635971"/>
            <a:ext cx="4432151" cy="597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12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204B-E2DB-4EA1-4C0A-212BD088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F3F88-670C-29D0-380D-204A1E75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data has two parts:</a:t>
            </a:r>
          </a:p>
          <a:p>
            <a:pPr lvl="1"/>
            <a:r>
              <a:rPr lang="en-US" dirty="0"/>
              <a:t>Target – income. </a:t>
            </a:r>
          </a:p>
          <a:p>
            <a:pPr lvl="1"/>
            <a:r>
              <a:rPr lang="en-US" dirty="0"/>
              <a:t>Feature set – inputs (party, gender, age). </a:t>
            </a:r>
          </a:p>
          <a:p>
            <a:r>
              <a:rPr lang="en-US" dirty="0"/>
              <a:t>The two categorical features can’t be used in a regression as-is. </a:t>
            </a:r>
          </a:p>
          <a:p>
            <a:r>
              <a:rPr lang="en-US" dirty="0"/>
              <a:t>Using categorical data in predictive models (almost) always requires prep work.</a:t>
            </a:r>
          </a:p>
          <a:p>
            <a:pPr lvl="1"/>
            <a:r>
              <a:rPr lang="en-US" dirty="0"/>
              <a:t>Must make the words into numbers so we can math them.</a:t>
            </a:r>
          </a:p>
          <a:p>
            <a:r>
              <a:rPr lang="en-US" dirty="0"/>
              <a:t>More formally, we must encode the values. </a:t>
            </a:r>
          </a:p>
          <a:p>
            <a:pPr lvl="1"/>
            <a:r>
              <a:rPr lang="en-US" dirty="0"/>
              <a:t>Represent our original data with a numeric value that we can math on.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96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2E7FE-8386-CB2C-A1FC-46CB2F62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70CD3-66B8-66EA-C902-26305540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8553"/>
            <a:ext cx="9603275" cy="4056611"/>
          </a:xfrm>
        </p:spPr>
        <p:txBody>
          <a:bodyPr/>
          <a:lstStyle/>
          <a:p>
            <a:r>
              <a:rPr lang="en-US" dirty="0"/>
              <a:t>Encoding is the transformation of categorical features to numeric features. </a:t>
            </a:r>
          </a:p>
          <a:p>
            <a:r>
              <a:rPr lang="en-US" dirty="0"/>
              <a:t>Almost* always necessary as part of the preparation process. </a:t>
            </a:r>
          </a:p>
          <a:p>
            <a:r>
              <a:rPr lang="en-US" dirty="0"/>
              <a:t>The concept is simple. </a:t>
            </a:r>
          </a:p>
          <a:p>
            <a:pPr lvl="1"/>
            <a:r>
              <a:rPr lang="en-US" dirty="0"/>
              <a:t>Identify each unique value in a categorical column. </a:t>
            </a:r>
          </a:p>
          <a:p>
            <a:pPr lvl="1"/>
            <a:r>
              <a:rPr lang="en-US" dirty="0"/>
              <a:t>Replace that value with a number. </a:t>
            </a:r>
          </a:p>
          <a:p>
            <a:r>
              <a:rPr lang="en-US" dirty="0"/>
              <a:t>This allows models to consider categorical inputs. </a:t>
            </a:r>
          </a:p>
          <a:p>
            <a:pPr lvl="1"/>
            <a:r>
              <a:rPr lang="en-US" dirty="0"/>
              <a:t>Sex, job type, product,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Categorical data is often really important. </a:t>
            </a:r>
          </a:p>
          <a:p>
            <a:r>
              <a:rPr lang="en-US" dirty="0"/>
              <a:t>Note: binary is already 1/0. </a:t>
            </a:r>
          </a:p>
        </p:txBody>
      </p:sp>
    </p:spTree>
    <p:extLst>
      <p:ext uri="{BB962C8B-B14F-4D97-AF65-F5344CB8AC3E}">
        <p14:creationId xmlns:p14="http://schemas.microsoft.com/office/powerpoint/2010/main" val="352068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ED31-7621-0FFB-3F28-4CB2F8E1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D35DA-8807-D24F-9894-4592CBDF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609" y="2015732"/>
            <a:ext cx="5007391" cy="3911274"/>
          </a:xfrm>
        </p:spPr>
        <p:txBody>
          <a:bodyPr/>
          <a:lstStyle/>
          <a:p>
            <a:r>
              <a:rPr lang="en-US" dirty="0"/>
              <a:t>The simplest method of encoding is label encoding. </a:t>
            </a:r>
          </a:p>
          <a:p>
            <a:r>
              <a:rPr lang="en-US" dirty="0"/>
              <a:t>Take each unique value, assign a number. </a:t>
            </a:r>
          </a:p>
          <a:p>
            <a:pPr lvl="1"/>
            <a:r>
              <a:rPr lang="en-US" dirty="0"/>
              <a:t>Usually 1, 2, 3…</a:t>
            </a:r>
          </a:p>
        </p:txBody>
      </p:sp>
      <p:pic>
        <p:nvPicPr>
          <p:cNvPr id="3074" name="Picture 2" descr="7 Categorical Data Encoding Techniques - by Avi Chawla">
            <a:extLst>
              <a:ext uri="{FF2B5EF4-FFF2-40B4-BE49-F238E27FC236}">
                <a16:creationId xmlns:a16="http://schemas.microsoft.com/office/drawing/2014/main" id="{A6F4F147-D956-EFD2-0099-120922ADD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97" y="1853754"/>
            <a:ext cx="6860412" cy="407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06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8974-BE98-F7D8-0729-36C1D7F2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3A7E-504E-34B6-4F77-3A9FFD090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7010431" cy="4037749"/>
          </a:xfrm>
        </p:spPr>
        <p:txBody>
          <a:bodyPr/>
          <a:lstStyle/>
          <a:p>
            <a:r>
              <a:rPr lang="en-US" dirty="0"/>
              <a:t>Label encoding works well with ordinal data. Recall the types of categorical:</a:t>
            </a:r>
          </a:p>
          <a:p>
            <a:pPr lvl="1"/>
            <a:r>
              <a:rPr lang="en-US" dirty="0"/>
              <a:t>Ordinal – implied order in the categorical values. </a:t>
            </a:r>
          </a:p>
          <a:p>
            <a:pPr lvl="1"/>
            <a:r>
              <a:rPr lang="en-US" dirty="0"/>
              <a:t>Nominal – no implied order. </a:t>
            </a:r>
          </a:p>
          <a:p>
            <a:r>
              <a:rPr lang="en-US" dirty="0"/>
              <a:t>If we have something like a Likert scale, the meaning is captured in label encoding. </a:t>
            </a:r>
          </a:p>
          <a:p>
            <a:pPr lvl="1"/>
            <a:r>
              <a:rPr lang="en-US" dirty="0"/>
              <a:t>A larger number indicates a ‘larger’ value. </a:t>
            </a:r>
          </a:p>
          <a:p>
            <a:r>
              <a:rPr lang="en-US" dirty="0"/>
              <a:t>Sometimes this is called ‘ordinal encoding’ because the labels are assigned in order. Same idea. </a:t>
            </a:r>
          </a:p>
        </p:txBody>
      </p:sp>
      <p:pic>
        <p:nvPicPr>
          <p:cNvPr id="4098" name="Picture 2" descr="Encoding Categorical Variables: One-hot vs Dummy Encoding | Towards Data  Science">
            <a:extLst>
              <a:ext uri="{FF2B5EF4-FFF2-40B4-BE49-F238E27FC236}">
                <a16:creationId xmlns:a16="http://schemas.microsoft.com/office/drawing/2014/main" id="{956D4BAD-5C32-2A65-7C49-3A3761393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654" y="1174172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7 Must-know Techniques For Encoding Categorical Feature">
            <a:extLst>
              <a:ext uri="{FF2B5EF4-FFF2-40B4-BE49-F238E27FC236}">
                <a16:creationId xmlns:a16="http://schemas.microsoft.com/office/drawing/2014/main" id="{92DCBF7C-80C4-0F5D-6B22-00DBD7D7A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50" y="4488872"/>
            <a:ext cx="3935749" cy="193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227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E4AA-D45B-57BD-36F8-3E77FC67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C352-8EC1-F489-EE4B-2D6DDF36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1897" y="2015732"/>
            <a:ext cx="5867785" cy="3670173"/>
          </a:xfrm>
        </p:spPr>
        <p:txBody>
          <a:bodyPr/>
          <a:lstStyle/>
          <a:p>
            <a:r>
              <a:rPr lang="en-US" dirty="0"/>
              <a:t>If data has some implied order, label encoding works well. </a:t>
            </a:r>
          </a:p>
          <a:p>
            <a:r>
              <a:rPr lang="en-US" dirty="0"/>
              <a:t>If data has no implied order, this can introduce meaning. </a:t>
            </a:r>
          </a:p>
          <a:p>
            <a:pPr lvl="1"/>
            <a:r>
              <a:rPr lang="en-US" dirty="0"/>
              <a:t>3 is larger than 1, the model understands numbers. </a:t>
            </a:r>
          </a:p>
          <a:p>
            <a:pPr lvl="1"/>
            <a:r>
              <a:rPr lang="en-US" dirty="0"/>
              <a:t>This relationship is maintained in the model. </a:t>
            </a:r>
          </a:p>
          <a:p>
            <a:r>
              <a:rPr lang="en-US" dirty="0"/>
              <a:t>We are introducing a ‘ranking’ that doesn’t exist. </a:t>
            </a:r>
          </a:p>
          <a:p>
            <a:pPr lvl="1"/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DE7E68E-7162-673C-A58E-7CAAD5618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12" y="2181261"/>
            <a:ext cx="5867785" cy="311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160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16A3-6872-4DA9-BCD7-DCA7FE15A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474EA-0384-DCCF-9811-101819E0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67" y="1853754"/>
            <a:ext cx="4932915" cy="4199727"/>
          </a:xfrm>
        </p:spPr>
        <p:txBody>
          <a:bodyPr>
            <a:normAutofit/>
          </a:bodyPr>
          <a:lstStyle/>
          <a:p>
            <a:r>
              <a:rPr lang="en-US" dirty="0"/>
              <a:t>One-hot encoding is a different approach to encode data. </a:t>
            </a:r>
          </a:p>
          <a:p>
            <a:r>
              <a:rPr lang="en-US" dirty="0"/>
              <a:t>Rather than transforming the data in the column, the columns used are transformed. </a:t>
            </a:r>
          </a:p>
          <a:p>
            <a:pPr lvl="1"/>
            <a:r>
              <a:rPr lang="en-US" dirty="0"/>
              <a:t>Each value in the feature gets its own column. </a:t>
            </a:r>
          </a:p>
          <a:p>
            <a:pPr lvl="1"/>
            <a:r>
              <a:rPr lang="en-US" dirty="0"/>
              <a:t>Each row gets a 1 in the value it had, a 0 in the others. </a:t>
            </a:r>
          </a:p>
          <a:p>
            <a:r>
              <a:rPr lang="en-US" dirty="0"/>
              <a:t>No relationship/order is implied in meaning.</a:t>
            </a:r>
          </a:p>
          <a:p>
            <a:r>
              <a:rPr lang="en-US" dirty="0"/>
              <a:t>Default way to encode categorical. </a:t>
            </a:r>
          </a:p>
        </p:txBody>
      </p:sp>
      <p:pic>
        <p:nvPicPr>
          <p:cNvPr id="6146" name="Picture 2" descr="One hot encoding in TensorFlow (tf.one_hot)">
            <a:extLst>
              <a:ext uri="{FF2B5EF4-FFF2-40B4-BE49-F238E27FC236}">
                <a16:creationId xmlns:a16="http://schemas.microsoft.com/office/drawing/2014/main" id="{A0946B03-27F5-83D1-5604-4DB9277AF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3" r="21591"/>
          <a:stretch>
            <a:fillRect/>
          </a:stretch>
        </p:blipFill>
        <p:spPr bwMode="auto">
          <a:xfrm>
            <a:off x="5107481" y="2078730"/>
            <a:ext cx="6970912" cy="308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176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89DA-899D-D48A-53E9-FEC4AF67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EA115-76FE-2A2C-7129-B372E0F5C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131" y="2015732"/>
            <a:ext cx="7340138" cy="4037749"/>
          </a:xfrm>
        </p:spPr>
        <p:txBody>
          <a:bodyPr/>
          <a:lstStyle/>
          <a:p>
            <a:r>
              <a:rPr lang="en-US" dirty="0"/>
              <a:t>In practice, we can call functions to do this for us. </a:t>
            </a:r>
          </a:p>
          <a:p>
            <a:pPr lvl="1"/>
            <a:r>
              <a:rPr lang="en-US" dirty="0" err="1"/>
              <a:t>Get_dummies</a:t>
            </a:r>
            <a:r>
              <a:rPr lang="en-US" dirty="0"/>
              <a:t> in pandas. </a:t>
            </a:r>
          </a:p>
          <a:p>
            <a:pPr lvl="1"/>
            <a:r>
              <a:rPr lang="en-US" dirty="0"/>
              <a:t>A step in a sklearn data pipeline. </a:t>
            </a:r>
          </a:p>
          <a:p>
            <a:r>
              <a:rPr lang="en-US" dirty="0"/>
              <a:t>We generally do this after most other processing. </a:t>
            </a:r>
          </a:p>
          <a:p>
            <a:pPr lvl="1"/>
            <a:r>
              <a:rPr lang="en-US" dirty="0"/>
              <a:t>The data afterwards is much less readable by humans. </a:t>
            </a:r>
          </a:p>
          <a:p>
            <a:pPr lvl="1"/>
            <a:r>
              <a:rPr lang="en-US" dirty="0"/>
              <a:t>Data becomes much wider. </a:t>
            </a:r>
          </a:p>
          <a:p>
            <a:r>
              <a:rPr lang="en-US" dirty="0"/>
              <a:t>Only categorical columns need this processing. </a:t>
            </a:r>
          </a:p>
          <a:p>
            <a:r>
              <a:rPr lang="en-US" dirty="0"/>
              <a:t>We don’t deal with data in this format, but the model does. </a:t>
            </a:r>
          </a:p>
        </p:txBody>
      </p:sp>
      <p:pic>
        <p:nvPicPr>
          <p:cNvPr id="7170" name="Picture 2" descr="Robust One-Hot Encoding | Towards Data Science">
            <a:extLst>
              <a:ext uri="{FF2B5EF4-FFF2-40B4-BE49-F238E27FC236}">
                <a16:creationId xmlns:a16="http://schemas.microsoft.com/office/drawing/2014/main" id="{0FAC10BA-B300-BA6F-9344-E40BFE0D9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93" y="2093390"/>
            <a:ext cx="4538749" cy="306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818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169-1037-5F54-3308-A6C02668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A6B0-25A3-0E22-987E-72910653B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" y="1853754"/>
            <a:ext cx="6750553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One-hot encoding is common and works well in most cases. </a:t>
            </a:r>
          </a:p>
          <a:p>
            <a:r>
              <a:rPr lang="en-US" dirty="0"/>
              <a:t>Main issue, number of values per column. </a:t>
            </a:r>
          </a:p>
          <a:p>
            <a:pPr lvl="1"/>
            <a:r>
              <a:rPr lang="en-US" dirty="0"/>
              <a:t>Each value, in each categorical feature, means a new column.</a:t>
            </a:r>
          </a:p>
          <a:p>
            <a:r>
              <a:rPr lang="en-US" dirty="0"/>
              <a:t>If columns have many possible values, dataset becomes huge. </a:t>
            </a:r>
          </a:p>
          <a:p>
            <a:pPr lvl="1"/>
            <a:r>
              <a:rPr lang="en-US" dirty="0"/>
              <a:t>E.g. ‘city’ or text that is free entry (job titles – CSR, C.S.R, Cust. Serv. Rep…). </a:t>
            </a:r>
          </a:p>
          <a:p>
            <a:pPr lvl="1"/>
            <a:r>
              <a:rPr lang="en-US" dirty="0"/>
              <a:t>Trim columns like this first, or use things like ‘other’. </a:t>
            </a:r>
          </a:p>
          <a:p>
            <a:r>
              <a:rPr lang="en-US" dirty="0"/>
              <a:t>For reasons that will be clear in January, this can cause issues. </a:t>
            </a:r>
          </a:p>
          <a:p>
            <a:pPr lvl="1"/>
            <a:r>
              <a:rPr lang="en-US" dirty="0"/>
              <a:t>~ We lack enough example to learn something this complex. </a:t>
            </a:r>
          </a:p>
          <a:p>
            <a:pPr lvl="1"/>
            <a:r>
              <a:rPr lang="en-US" dirty="0"/>
              <a:t>Data should be taller than it is wide, ideally by a lot. </a:t>
            </a:r>
          </a:p>
        </p:txBody>
      </p:sp>
      <p:pic>
        <p:nvPicPr>
          <p:cNvPr id="8194" name="Picture 2" descr="How to Perform One-Hot Encoding in R">
            <a:extLst>
              <a:ext uri="{FF2B5EF4-FFF2-40B4-BE49-F238E27FC236}">
                <a16:creationId xmlns:a16="http://schemas.microsoft.com/office/drawing/2014/main" id="{93A16692-637B-8482-E1F8-37E1DD930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680" y="2388614"/>
            <a:ext cx="5275193" cy="244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232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B7CD-8182-76C6-068C-6ABD7296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it Like its (one-) 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7C05-B547-9CF3-1FA2-4ED98E4B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60714"/>
            <a:ext cx="6654066" cy="4192767"/>
          </a:xfrm>
        </p:spPr>
        <p:txBody>
          <a:bodyPr/>
          <a:lstStyle/>
          <a:p>
            <a:r>
              <a:rPr lang="en-US" dirty="0"/>
              <a:t>Before using one-hot data we usually drop one column. </a:t>
            </a:r>
          </a:p>
          <a:p>
            <a:r>
              <a:rPr lang="en-US" dirty="0"/>
              <a:t>Small diff., but only need n-1 cols to encode n values. </a:t>
            </a:r>
          </a:p>
          <a:p>
            <a:pPr lvl="1"/>
            <a:r>
              <a:rPr lang="en-US" dirty="0"/>
              <a:t>If there’s a 1 in Green, it is green. </a:t>
            </a:r>
          </a:p>
          <a:p>
            <a:pPr lvl="1"/>
            <a:r>
              <a:rPr lang="en-US" dirty="0"/>
              <a:t>If there is a 1 in Red, it is red. </a:t>
            </a:r>
          </a:p>
          <a:p>
            <a:pPr lvl="1"/>
            <a:r>
              <a:rPr lang="en-US" dirty="0"/>
              <a:t>If there is a 1 in Black it is black. </a:t>
            </a:r>
          </a:p>
          <a:p>
            <a:pPr lvl="1"/>
            <a:r>
              <a:rPr lang="en-US" dirty="0"/>
              <a:t>If there is a 1 in Orange, it is orange. </a:t>
            </a:r>
          </a:p>
          <a:p>
            <a:r>
              <a:rPr lang="en-US" dirty="0"/>
              <a:t>1 in Orange = 0s in all other columns. </a:t>
            </a:r>
          </a:p>
          <a:p>
            <a:pPr lvl="1"/>
            <a:r>
              <a:rPr lang="en-US" dirty="0"/>
              <a:t>0s in all other columns has same meaning without Orange col.</a:t>
            </a:r>
          </a:p>
          <a:p>
            <a:r>
              <a:rPr lang="en-US" dirty="0"/>
              <a:t>Which column is dropped doesn’t matter. </a:t>
            </a:r>
          </a:p>
        </p:txBody>
      </p:sp>
      <p:pic>
        <p:nvPicPr>
          <p:cNvPr id="9218" name="Picture 2" descr="Drop It Like It's Hot GIFs - Find &amp; Share on GIPHY">
            <a:extLst>
              <a:ext uri="{FF2B5EF4-FFF2-40B4-BE49-F238E27FC236}">
                <a16:creationId xmlns:a16="http://schemas.microsoft.com/office/drawing/2014/main" id="{AA9D4586-5694-D896-188B-A45A3739E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566" y="3273135"/>
            <a:ext cx="4966434" cy="360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7 Must-know Techniques For Encoding Categorical Feature">
            <a:extLst>
              <a:ext uri="{FF2B5EF4-FFF2-40B4-BE49-F238E27FC236}">
                <a16:creationId xmlns:a16="http://schemas.microsoft.com/office/drawing/2014/main" id="{7FB7E604-3D38-73B6-828F-EA2EE9BAF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312" y="394855"/>
            <a:ext cx="4985688" cy="287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697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215C-E9B2-6E1B-628F-9B9A8BA6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2062-A315-C823-4D08-813662B3B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14904"/>
          </a:xfrm>
        </p:spPr>
        <p:txBody>
          <a:bodyPr/>
          <a:lstStyle/>
          <a:p>
            <a:r>
              <a:rPr lang="en-US" dirty="0"/>
              <a:t>This will become clearer in its importance post-regression. </a:t>
            </a:r>
          </a:p>
          <a:p>
            <a:r>
              <a:rPr lang="en-US" dirty="0"/>
              <a:t>When making predictive models we usually make a few and compare. </a:t>
            </a:r>
          </a:p>
          <a:p>
            <a:pPr lvl="1"/>
            <a:r>
              <a:rPr lang="en-US" dirty="0"/>
              <a:t>Different features, different data prep, different model types…</a:t>
            </a:r>
          </a:p>
          <a:p>
            <a:r>
              <a:rPr lang="en-US" dirty="0"/>
              <a:t>How are the error metrics we compare calculated? </a:t>
            </a:r>
          </a:p>
          <a:p>
            <a:pPr lvl="1"/>
            <a:r>
              <a:rPr lang="en-US" dirty="0"/>
              <a:t>We calculate residuals between model and each Y value. </a:t>
            </a:r>
          </a:p>
          <a:p>
            <a:r>
              <a:rPr lang="en-US" dirty="0"/>
              <a:t>What problem does this cause?</a:t>
            </a:r>
          </a:p>
          <a:p>
            <a:pPr lvl="1"/>
            <a:r>
              <a:rPr lang="en-US" dirty="0"/>
              <a:t>The model can ‘cheat’ - it learns from what it is being tested on. </a:t>
            </a:r>
          </a:p>
          <a:p>
            <a:r>
              <a:rPr lang="en-US" dirty="0"/>
              <a:t>We normally make the model on some data, evaluate on other. </a:t>
            </a:r>
          </a:p>
        </p:txBody>
      </p:sp>
    </p:spTree>
    <p:extLst>
      <p:ext uri="{BB962C8B-B14F-4D97-AF65-F5344CB8AC3E}">
        <p14:creationId xmlns:p14="http://schemas.microsoft.com/office/powerpoint/2010/main" val="1658721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1C47-709A-8536-00ED-7D6D0A6F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the Splits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E6214-A1E3-D92A-A60F-A488C2EED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927" y="2015732"/>
            <a:ext cx="4570927" cy="4037749"/>
          </a:xfrm>
        </p:spPr>
        <p:txBody>
          <a:bodyPr>
            <a:normAutofit/>
          </a:bodyPr>
          <a:lstStyle/>
          <a:p>
            <a:r>
              <a:rPr lang="en-US" dirty="0"/>
              <a:t>In practice, we split our data and use one portion for each. </a:t>
            </a:r>
          </a:p>
          <a:p>
            <a:pPr lvl="1"/>
            <a:r>
              <a:rPr lang="en-US" dirty="0"/>
              <a:t>~80% - use to train (create) the model. This is what is used to calculate coefficients. </a:t>
            </a:r>
          </a:p>
          <a:p>
            <a:pPr lvl="1"/>
            <a:r>
              <a:rPr lang="en-US" dirty="0"/>
              <a:t>~20% - save this, calculate the model’s accuracy on this. </a:t>
            </a:r>
          </a:p>
          <a:p>
            <a:r>
              <a:rPr lang="en-US" dirty="0"/>
              <a:t>Makes the test more objective. </a:t>
            </a:r>
          </a:p>
          <a:p>
            <a:pPr lvl="1"/>
            <a:r>
              <a:rPr lang="en-US" dirty="0"/>
              <a:t>In reality, how does it do on new data?</a:t>
            </a:r>
          </a:p>
          <a:p>
            <a:r>
              <a:rPr lang="en-US" dirty="0"/>
              <a:t>Simulates seeing new data. </a:t>
            </a:r>
          </a:p>
        </p:txBody>
      </p:sp>
      <p:pic>
        <p:nvPicPr>
          <p:cNvPr id="10242" name="Picture 2" descr="16.2. Train-Test Split — Learning Data Science">
            <a:extLst>
              <a:ext uri="{FF2B5EF4-FFF2-40B4-BE49-F238E27FC236}">
                <a16:creationId xmlns:a16="http://schemas.microsoft.com/office/drawing/2014/main" id="{C9B6936A-979B-768A-6380-E3890668D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3" y="2351112"/>
            <a:ext cx="6355194" cy="277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687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6C535-B26B-863A-EB08-F46DB4A3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7D2AC-ED70-6110-40A8-5D4E92C90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practice, we usually use a train-test split function to do this. </a:t>
            </a:r>
          </a:p>
          <a:p>
            <a:r>
              <a:rPr lang="en-US" dirty="0"/>
              <a:t>We provide data and amount to reserve for testing, function returns:</a:t>
            </a:r>
          </a:p>
          <a:p>
            <a:pPr lvl="1"/>
            <a:r>
              <a:rPr lang="en-US" dirty="0"/>
              <a:t>Test data (X and Y).</a:t>
            </a:r>
          </a:p>
          <a:p>
            <a:pPr lvl="1"/>
            <a:r>
              <a:rPr lang="en-US" dirty="0"/>
              <a:t>Training data (X and Y). </a:t>
            </a:r>
          </a:p>
          <a:p>
            <a:r>
              <a:rPr lang="en-US" dirty="0"/>
              <a:t>Use the training data, as normal, to create the model. </a:t>
            </a:r>
          </a:p>
          <a:p>
            <a:r>
              <a:rPr lang="en-US" dirty="0"/>
              <a:t>Once the model is made, use the test data to score and calculate error. </a:t>
            </a:r>
          </a:p>
          <a:p>
            <a:r>
              <a:rPr lang="en-US" dirty="0"/>
              <a:t>Percentage withheld for testing shrinks as data grows. </a:t>
            </a:r>
          </a:p>
          <a:p>
            <a:r>
              <a:rPr lang="en-US" dirty="0"/>
              <a:t>If this makes sense, you can skip 022, we’ll revisit it in January. </a:t>
            </a:r>
          </a:p>
        </p:txBody>
      </p:sp>
    </p:spTree>
    <p:extLst>
      <p:ext uri="{BB962C8B-B14F-4D97-AF65-F5344CB8AC3E}">
        <p14:creationId xmlns:p14="http://schemas.microsoft.com/office/powerpoint/2010/main" val="3135397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5E5C-C5CB-63D5-01C6-A248DE3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and Categorical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2E351-B08F-B85C-F53A-EDE5ABE0A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93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Feature sets containing numerical and categorical data are called mixed. </a:t>
            </a:r>
          </a:p>
          <a:p>
            <a:r>
              <a:rPr lang="en-US" dirty="0"/>
              <a:t>Categoric features are useful, but must be transformed to numbers. </a:t>
            </a:r>
          </a:p>
          <a:p>
            <a:pPr lvl="1"/>
            <a:r>
              <a:rPr lang="en-US" dirty="0"/>
              <a:t>Algorithms (with few exceptions) need numbers. </a:t>
            </a:r>
          </a:p>
          <a:p>
            <a:r>
              <a:rPr lang="en-US" dirty="0"/>
              <a:t>Encoding performs this for us. </a:t>
            </a:r>
          </a:p>
          <a:p>
            <a:pPr lvl="1"/>
            <a:r>
              <a:rPr lang="en-US" dirty="0"/>
              <a:t>Label/ordinal keeps implied order/ranking. </a:t>
            </a:r>
          </a:p>
          <a:p>
            <a:pPr lvl="1"/>
            <a:r>
              <a:rPr lang="en-US" dirty="0"/>
              <a:t>One-hot is most common, and doesn’t insert ranking. </a:t>
            </a:r>
          </a:p>
          <a:p>
            <a:r>
              <a:rPr lang="en-US" dirty="0"/>
              <a:t>Dropping one of the one-hot columns is common. </a:t>
            </a:r>
          </a:p>
          <a:p>
            <a:pPr lvl="1"/>
            <a:r>
              <a:rPr lang="en-US" dirty="0"/>
              <a:t>Data is technically more correct, not introducing impossible state. </a:t>
            </a:r>
          </a:p>
          <a:p>
            <a:pPr lvl="1"/>
            <a:r>
              <a:rPr lang="en-US" dirty="0"/>
              <a:t>Helps with fit, especially as data grows. </a:t>
            </a:r>
          </a:p>
          <a:p>
            <a:r>
              <a:rPr lang="en-US" dirty="0"/>
              <a:t>Generally comes at/near end of prep – we usually have several steps to do…</a:t>
            </a:r>
          </a:p>
        </p:txBody>
      </p:sp>
    </p:spTree>
    <p:extLst>
      <p:ext uri="{BB962C8B-B14F-4D97-AF65-F5344CB8AC3E}">
        <p14:creationId xmlns:p14="http://schemas.microsoft.com/office/powerpoint/2010/main" val="86183380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188</TotalTime>
  <Words>1861</Words>
  <Application>Microsoft Macintosh PowerPoint</Application>
  <PresentationFormat>Widescreen</PresentationFormat>
  <Paragraphs>191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Gill Sans MT</vt:lpstr>
      <vt:lpstr>Gallery</vt:lpstr>
      <vt:lpstr>Logistics</vt:lpstr>
      <vt:lpstr>Categorical data and Encoding</vt:lpstr>
      <vt:lpstr>First, Variance – Explain it!</vt:lpstr>
      <vt:lpstr>What iF we don’t know X? </vt:lpstr>
      <vt:lpstr>If there’s no X</vt:lpstr>
      <vt:lpstr>When WE add X, Amount of Unexplained Variance Decreases</vt:lpstr>
      <vt:lpstr>R-Squared is the percent that we Capture</vt:lpstr>
      <vt:lpstr>So…</vt:lpstr>
      <vt:lpstr>Multiple Regression and R2</vt:lpstr>
      <vt:lpstr>SkLearn Models</vt:lpstr>
      <vt:lpstr>Let’s Predict Income….</vt:lpstr>
      <vt:lpstr>Feature Set Issues</vt:lpstr>
      <vt:lpstr>Encoding</vt:lpstr>
      <vt:lpstr>Label Encoding</vt:lpstr>
      <vt:lpstr>Ordinal Data</vt:lpstr>
      <vt:lpstr>Ordinal Issues</vt:lpstr>
      <vt:lpstr>One-Hot Encoding</vt:lpstr>
      <vt:lpstr>Encoding in Practice</vt:lpstr>
      <vt:lpstr>One-Hot Concerns</vt:lpstr>
      <vt:lpstr>Drop it Like its (one-) Hot</vt:lpstr>
      <vt:lpstr>Evaluating Models</vt:lpstr>
      <vt:lpstr>Do the Splits</vt:lpstr>
      <vt:lpstr>Train-Test Split</vt:lpstr>
      <vt:lpstr>Encoding and Categorical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19</cp:revision>
  <dcterms:created xsi:type="dcterms:W3CDTF">2025-11-21T14:29:16Z</dcterms:created>
  <dcterms:modified xsi:type="dcterms:W3CDTF">2025-11-21T18:01:04Z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2025-11-21T14:52:11Z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54195829-7a43-4ceb-b9d0-835287b88092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