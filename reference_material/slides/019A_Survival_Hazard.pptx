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84" r:id="rId5"/>
    <p:sldId id="285" r:id="rId6"/>
    <p:sldId id="256" r:id="rId7"/>
    <p:sldId id="257" r:id="rId8"/>
    <p:sldId id="258" r:id="rId9"/>
    <p:sldId id="259" r:id="rId10"/>
    <p:sldId id="273" r:id="rId11"/>
    <p:sldId id="260" r:id="rId12"/>
    <p:sldId id="281" r:id="rId13"/>
    <p:sldId id="262" r:id="rId14"/>
    <p:sldId id="267" r:id="rId15"/>
    <p:sldId id="263" r:id="rId16"/>
    <p:sldId id="266" r:id="rId17"/>
    <p:sldId id="264" r:id="rId18"/>
    <p:sldId id="275" r:id="rId19"/>
    <p:sldId id="278" r:id="rId20"/>
    <p:sldId id="282" r:id="rId21"/>
    <p:sldId id="261" r:id="rId22"/>
    <p:sldId id="265" r:id="rId23"/>
    <p:sldId id="279" r:id="rId24"/>
    <p:sldId id="280" r:id="rId25"/>
    <p:sldId id="277" r:id="rId26"/>
    <p:sldId id="270" r:id="rId27"/>
    <p:sldId id="283" r:id="rId28"/>
    <p:sldId id="268" r:id="rId29"/>
    <p:sldId id="272" r:id="rId30"/>
    <p:sldId id="269" r:id="rId31"/>
    <p:sldId id="274" r:id="rId32"/>
    <p:sldId id="276" r:id="rId33"/>
    <p:sldId id="27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5907"/>
  </p:normalViewPr>
  <p:slideViewPr>
    <p:cSldViewPr snapToGrid="0">
      <p:cViewPr varScale="1">
        <p:scale>
          <a:sx n="142" d="100"/>
          <a:sy n="142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eem Semper" userId="cc425854-bfb3-47ac-926f-09ad9d4095cc" providerId="ADAL" clId="{905C3DE3-1443-3043-8B47-6AFE05A850A1}"/>
    <pc:docChg chg="custSel addSld modSld">
      <pc:chgData name="Akeem Semper" userId="cc425854-bfb3-47ac-926f-09ad9d4095cc" providerId="ADAL" clId="{905C3DE3-1443-3043-8B47-6AFE05A850A1}" dt="2021-08-16T16:02:53.580" v="16" actId="5793"/>
      <pc:docMkLst>
        <pc:docMk/>
      </pc:docMkLst>
      <pc:sldChg chg="modSp new mod">
        <pc:chgData name="Akeem Semper" userId="cc425854-bfb3-47ac-926f-09ad9d4095cc" providerId="ADAL" clId="{905C3DE3-1443-3043-8B47-6AFE05A850A1}" dt="2021-08-16T16:02:53.580" v="16" actId="5793"/>
        <pc:sldMkLst>
          <pc:docMk/>
          <pc:sldMk cId="1083871052" sldId="269"/>
        </pc:sldMkLst>
        <pc:spChg chg="mod">
          <ac:chgData name="Akeem Semper" userId="cc425854-bfb3-47ac-926f-09ad9d4095cc" providerId="ADAL" clId="{905C3DE3-1443-3043-8B47-6AFE05A850A1}" dt="2021-08-16T16:02:53.580" v="16" actId="5793"/>
          <ac:spMkLst>
            <pc:docMk/>
            <pc:sldMk cId="1083871052" sldId="269"/>
            <ac:spMk id="2" creationId="{0D1B14DB-438A-A54F-B9F2-7D7E9AAB8275}"/>
          </ac:spMkLst>
        </pc:spChg>
      </pc:sldChg>
    </pc:docChg>
  </pc:docChgLst>
  <pc:docChgLst>
    <pc:chgData name="Akeem Semper" userId="cc425854-bfb3-47ac-926f-09ad9d4095cc" providerId="ADAL" clId="{E533D1E8-3104-C348-9C8A-BF27E76B350A}"/>
    <pc:docChg chg="custSel addSld modSld">
      <pc:chgData name="Akeem Semper" userId="cc425854-bfb3-47ac-926f-09ad9d4095cc" providerId="ADAL" clId="{E533D1E8-3104-C348-9C8A-BF27E76B350A}" dt="2021-09-08T15:52:44.515" v="731" actId="20577"/>
      <pc:docMkLst>
        <pc:docMk/>
      </pc:docMkLst>
      <pc:sldChg chg="modSp new mod">
        <pc:chgData name="Akeem Semper" userId="cc425854-bfb3-47ac-926f-09ad9d4095cc" providerId="ADAL" clId="{E533D1E8-3104-C348-9C8A-BF27E76B350A}" dt="2021-09-08T15:44:45.068" v="373" actId="20577"/>
        <pc:sldMkLst>
          <pc:docMk/>
          <pc:sldMk cId="2415633895" sldId="270"/>
        </pc:sldMkLst>
        <pc:spChg chg="mod">
          <ac:chgData name="Akeem Semper" userId="cc425854-bfb3-47ac-926f-09ad9d4095cc" providerId="ADAL" clId="{E533D1E8-3104-C348-9C8A-BF27E76B350A}" dt="2021-09-08T15:42:07.464" v="6" actId="20577"/>
          <ac:spMkLst>
            <pc:docMk/>
            <pc:sldMk cId="2415633895" sldId="270"/>
            <ac:spMk id="2" creationId="{605E1467-1787-0148-8F2B-6439813A8600}"/>
          </ac:spMkLst>
        </pc:spChg>
        <pc:spChg chg="mod">
          <ac:chgData name="Akeem Semper" userId="cc425854-bfb3-47ac-926f-09ad9d4095cc" providerId="ADAL" clId="{E533D1E8-3104-C348-9C8A-BF27E76B350A}" dt="2021-09-08T15:44:45.068" v="373" actId="20577"/>
          <ac:spMkLst>
            <pc:docMk/>
            <pc:sldMk cId="2415633895" sldId="270"/>
            <ac:spMk id="3" creationId="{B38C6701-9CAB-4344-A472-F4C6EF81459B}"/>
          </ac:spMkLst>
        </pc:spChg>
      </pc:sldChg>
      <pc:sldChg chg="modSp new mod">
        <pc:chgData name="Akeem Semper" userId="cc425854-bfb3-47ac-926f-09ad9d4095cc" providerId="ADAL" clId="{E533D1E8-3104-C348-9C8A-BF27E76B350A}" dt="2021-09-08T15:45:43.894" v="393" actId="20577"/>
        <pc:sldMkLst>
          <pc:docMk/>
          <pc:sldMk cId="1970343222" sldId="271"/>
        </pc:sldMkLst>
        <pc:spChg chg="mod">
          <ac:chgData name="Akeem Semper" userId="cc425854-bfb3-47ac-926f-09ad9d4095cc" providerId="ADAL" clId="{E533D1E8-3104-C348-9C8A-BF27E76B350A}" dt="2021-09-08T15:44:54.875" v="389" actId="20577"/>
          <ac:spMkLst>
            <pc:docMk/>
            <pc:sldMk cId="1970343222" sldId="271"/>
            <ac:spMk id="2" creationId="{CFB97F38-3F1F-4045-9D92-6E326CC825EF}"/>
          </ac:spMkLst>
        </pc:spChg>
        <pc:spChg chg="mod">
          <ac:chgData name="Akeem Semper" userId="cc425854-bfb3-47ac-926f-09ad9d4095cc" providerId="ADAL" clId="{E533D1E8-3104-C348-9C8A-BF27E76B350A}" dt="2021-09-08T15:45:43.894" v="393" actId="20577"/>
          <ac:spMkLst>
            <pc:docMk/>
            <pc:sldMk cId="1970343222" sldId="271"/>
            <ac:spMk id="3" creationId="{6774D1A3-ECD6-8349-8F9E-90C5B7FD2F8F}"/>
          </ac:spMkLst>
        </pc:spChg>
      </pc:sldChg>
      <pc:sldChg chg="addSp modSp new mod">
        <pc:chgData name="Akeem Semper" userId="cc425854-bfb3-47ac-926f-09ad9d4095cc" providerId="ADAL" clId="{E533D1E8-3104-C348-9C8A-BF27E76B350A}" dt="2021-09-08T15:46:17.597" v="398" actId="14100"/>
        <pc:sldMkLst>
          <pc:docMk/>
          <pc:sldMk cId="3075462599" sldId="272"/>
        </pc:sldMkLst>
        <pc:picChg chg="add mod">
          <ac:chgData name="Akeem Semper" userId="cc425854-bfb3-47ac-926f-09ad9d4095cc" providerId="ADAL" clId="{E533D1E8-3104-C348-9C8A-BF27E76B350A}" dt="2021-09-08T15:46:17.597" v="398" actId="14100"/>
          <ac:picMkLst>
            <pc:docMk/>
            <pc:sldMk cId="3075462599" sldId="272"/>
            <ac:picMk id="4" creationId="{456DC295-B574-C946-8573-358F38C62FEA}"/>
          </ac:picMkLst>
        </pc:picChg>
      </pc:sldChg>
      <pc:sldChg chg="addSp delSp modSp new">
        <pc:chgData name="Akeem Semper" userId="cc425854-bfb3-47ac-926f-09ad9d4095cc" providerId="ADAL" clId="{E533D1E8-3104-C348-9C8A-BF27E76B350A}" dt="2021-09-08T15:48:39.910" v="406" actId="14100"/>
        <pc:sldMkLst>
          <pc:docMk/>
          <pc:sldMk cId="2949034797" sldId="273"/>
        </pc:sldMkLst>
        <pc:picChg chg="add del mod">
          <ac:chgData name="Akeem Semper" userId="cc425854-bfb3-47ac-926f-09ad9d4095cc" providerId="ADAL" clId="{E533D1E8-3104-C348-9C8A-BF27E76B350A}" dt="2021-09-08T15:48:28.154" v="403" actId="478"/>
          <ac:picMkLst>
            <pc:docMk/>
            <pc:sldMk cId="2949034797" sldId="273"/>
            <ac:picMk id="1026" creationId="{E60C8220-9D8D-3D41-995A-4D832B5F5C37}"/>
          </ac:picMkLst>
        </pc:picChg>
        <pc:picChg chg="add mod">
          <ac:chgData name="Akeem Semper" userId="cc425854-bfb3-47ac-926f-09ad9d4095cc" providerId="ADAL" clId="{E533D1E8-3104-C348-9C8A-BF27E76B350A}" dt="2021-09-08T15:48:39.910" v="406" actId="14100"/>
          <ac:picMkLst>
            <pc:docMk/>
            <pc:sldMk cId="2949034797" sldId="273"/>
            <ac:picMk id="1028" creationId="{B763DD12-4546-E546-A6DE-B29D61351B05}"/>
          </ac:picMkLst>
        </pc:picChg>
      </pc:sldChg>
      <pc:sldChg chg="addSp modSp new mod setBg">
        <pc:chgData name="Akeem Semper" userId="cc425854-bfb3-47ac-926f-09ad9d4095cc" providerId="ADAL" clId="{E533D1E8-3104-C348-9C8A-BF27E76B350A}" dt="2021-09-08T15:49:39.712" v="428" actId="403"/>
        <pc:sldMkLst>
          <pc:docMk/>
          <pc:sldMk cId="2017262997" sldId="274"/>
        </pc:sldMkLst>
        <pc:spChg chg="mod">
          <ac:chgData name="Akeem Semper" userId="cc425854-bfb3-47ac-926f-09ad9d4095cc" providerId="ADAL" clId="{E533D1E8-3104-C348-9C8A-BF27E76B350A}" dt="2021-09-08T15:49:29.559" v="426" actId="20577"/>
          <ac:spMkLst>
            <pc:docMk/>
            <pc:sldMk cId="2017262997" sldId="274"/>
            <ac:spMk id="2" creationId="{9F39DE79-F6E8-4C40-987B-9111E5833973}"/>
          </ac:spMkLst>
        </pc:spChg>
        <pc:spChg chg="mod">
          <ac:chgData name="Akeem Semper" userId="cc425854-bfb3-47ac-926f-09ad9d4095cc" providerId="ADAL" clId="{E533D1E8-3104-C348-9C8A-BF27E76B350A}" dt="2021-09-08T15:49:39.712" v="428" actId="403"/>
          <ac:spMkLst>
            <pc:docMk/>
            <pc:sldMk cId="2017262997" sldId="274"/>
            <ac:spMk id="3" creationId="{8A2C5EA2-9F8C-1B47-BDA6-6789C0E17366}"/>
          </ac:spMkLst>
        </pc:spChg>
        <pc:spChg chg="add">
          <ac:chgData name="Akeem Semper" userId="cc425854-bfb3-47ac-926f-09ad9d4095cc" providerId="ADAL" clId="{E533D1E8-3104-C348-9C8A-BF27E76B350A}" dt="2021-09-08T15:49:09.937" v="409" actId="26606"/>
          <ac:spMkLst>
            <pc:docMk/>
            <pc:sldMk cId="2017262997" sldId="274"/>
            <ac:spMk id="9" creationId="{35C3D674-3D59-4E93-80CA-0C0A9095E816}"/>
          </ac:spMkLst>
        </pc:spChg>
        <pc:spChg chg="add">
          <ac:chgData name="Akeem Semper" userId="cc425854-bfb3-47ac-926f-09ad9d4095cc" providerId="ADAL" clId="{E533D1E8-3104-C348-9C8A-BF27E76B350A}" dt="2021-09-08T15:49:09.937" v="409" actId="26606"/>
          <ac:spMkLst>
            <pc:docMk/>
            <pc:sldMk cId="2017262997" sldId="274"/>
            <ac:spMk id="13" creationId="{EF2A81E1-BCBE-426B-8C09-33274E69409D}"/>
          </ac:spMkLst>
        </pc:spChg>
        <pc:picChg chg="add mod">
          <ac:chgData name="Akeem Semper" userId="cc425854-bfb3-47ac-926f-09ad9d4095cc" providerId="ADAL" clId="{E533D1E8-3104-C348-9C8A-BF27E76B350A}" dt="2021-09-08T15:49:35.825" v="427" actId="14100"/>
          <ac:picMkLst>
            <pc:docMk/>
            <pc:sldMk cId="2017262997" sldId="274"/>
            <ac:picMk id="4" creationId="{AD1A3A51-92E1-FB48-8502-D8B2AAA1BDD7}"/>
          </ac:picMkLst>
        </pc:picChg>
        <pc:picChg chg="add">
          <ac:chgData name="Akeem Semper" userId="cc425854-bfb3-47ac-926f-09ad9d4095cc" providerId="ADAL" clId="{E533D1E8-3104-C348-9C8A-BF27E76B350A}" dt="2021-09-08T15:49:09.937" v="409" actId="26606"/>
          <ac:picMkLst>
            <pc:docMk/>
            <pc:sldMk cId="2017262997" sldId="274"/>
            <ac:picMk id="15" creationId="{39D1DDD4-5BB3-45BA-B9B3-06B62299AD79}"/>
          </ac:picMkLst>
        </pc:picChg>
        <pc:cxnChg chg="add">
          <ac:chgData name="Akeem Semper" userId="cc425854-bfb3-47ac-926f-09ad9d4095cc" providerId="ADAL" clId="{E533D1E8-3104-C348-9C8A-BF27E76B350A}" dt="2021-09-08T15:49:09.937" v="409" actId="26606"/>
          <ac:cxnSpMkLst>
            <pc:docMk/>
            <pc:sldMk cId="2017262997" sldId="274"/>
            <ac:cxnSpMk id="11" creationId="{C884B8F8-FDC9-498B-9960-5D7260AFCB03}"/>
          </ac:cxnSpMkLst>
        </pc:cxnChg>
        <pc:cxnChg chg="add">
          <ac:chgData name="Akeem Semper" userId="cc425854-bfb3-47ac-926f-09ad9d4095cc" providerId="ADAL" clId="{E533D1E8-3104-C348-9C8A-BF27E76B350A}" dt="2021-09-08T15:49:09.937" v="409" actId="26606"/>
          <ac:cxnSpMkLst>
            <pc:docMk/>
            <pc:sldMk cId="2017262997" sldId="274"/>
            <ac:cxnSpMk id="17" creationId="{A24DAE64-2302-42EA-8239-F2F0775CA5AD}"/>
          </ac:cxnSpMkLst>
        </pc:cxnChg>
      </pc:sldChg>
      <pc:sldChg chg="addSp modSp new mod">
        <pc:chgData name="Akeem Semper" userId="cc425854-bfb3-47ac-926f-09ad9d4095cc" providerId="ADAL" clId="{E533D1E8-3104-C348-9C8A-BF27E76B350A}" dt="2021-09-08T15:51:11.962" v="463" actId="1076"/>
        <pc:sldMkLst>
          <pc:docMk/>
          <pc:sldMk cId="1280559544" sldId="275"/>
        </pc:sldMkLst>
        <pc:spChg chg="mod">
          <ac:chgData name="Akeem Semper" userId="cc425854-bfb3-47ac-926f-09ad9d4095cc" providerId="ADAL" clId="{E533D1E8-3104-C348-9C8A-BF27E76B350A}" dt="2021-09-08T15:50:04.346" v="460" actId="5793"/>
          <ac:spMkLst>
            <pc:docMk/>
            <pc:sldMk cId="1280559544" sldId="275"/>
            <ac:spMk id="2" creationId="{138DAAF2-2EEB-894A-966F-FB0ADE066B10}"/>
          </ac:spMkLst>
        </pc:spChg>
        <pc:picChg chg="add mod">
          <ac:chgData name="Akeem Semper" userId="cc425854-bfb3-47ac-926f-09ad9d4095cc" providerId="ADAL" clId="{E533D1E8-3104-C348-9C8A-BF27E76B350A}" dt="2021-09-08T15:51:11.962" v="463" actId="1076"/>
          <ac:picMkLst>
            <pc:docMk/>
            <pc:sldMk cId="1280559544" sldId="275"/>
            <ac:picMk id="2050" creationId="{4C2DEB73-60BC-5249-8D22-F335A341B4FF}"/>
          </ac:picMkLst>
        </pc:picChg>
      </pc:sldChg>
      <pc:sldChg chg="modSp new mod">
        <pc:chgData name="Akeem Semper" userId="cc425854-bfb3-47ac-926f-09ad9d4095cc" providerId="ADAL" clId="{E533D1E8-3104-C348-9C8A-BF27E76B350A}" dt="2021-09-08T15:52:44.515" v="731" actId="20577"/>
        <pc:sldMkLst>
          <pc:docMk/>
          <pc:sldMk cId="3696996984" sldId="276"/>
        </pc:sldMkLst>
        <pc:spChg chg="mod">
          <ac:chgData name="Akeem Semper" userId="cc425854-bfb3-47ac-926f-09ad9d4095cc" providerId="ADAL" clId="{E533D1E8-3104-C348-9C8A-BF27E76B350A}" dt="2021-09-08T15:51:20.544" v="474" actId="20577"/>
          <ac:spMkLst>
            <pc:docMk/>
            <pc:sldMk cId="3696996984" sldId="276"/>
            <ac:spMk id="2" creationId="{2B0DD83B-0F16-9544-9FE0-F557FBD9EFF9}"/>
          </ac:spMkLst>
        </pc:spChg>
        <pc:spChg chg="mod">
          <ac:chgData name="Akeem Semper" userId="cc425854-bfb3-47ac-926f-09ad9d4095cc" providerId="ADAL" clId="{E533D1E8-3104-C348-9C8A-BF27E76B350A}" dt="2021-09-08T15:52:44.515" v="731" actId="20577"/>
          <ac:spMkLst>
            <pc:docMk/>
            <pc:sldMk cId="3696996984" sldId="276"/>
            <ac:spMk id="3" creationId="{54314B2C-0CA9-B34B-B179-9C963FB75BC4}"/>
          </ac:spMkLst>
        </pc:spChg>
      </pc:sldChg>
    </pc:docChg>
  </pc:docChgLst>
  <pc:docChgLst>
    <pc:chgData name="Akeem" userId="cc425854-bfb3-47ac-926f-09ad9d4095cc" providerId="ADAL" clId="{3FAFDD64-474E-429A-990C-B7D55ED237A1}"/>
    <pc:docChg chg="undo custSel mod addSld delSld modSld">
      <pc:chgData name="Akeem" userId="cc425854-bfb3-47ac-926f-09ad9d4095cc" providerId="ADAL" clId="{3FAFDD64-474E-429A-990C-B7D55ED237A1}" dt="2021-01-23T18:30:45.255" v="3910" actId="20577"/>
      <pc:docMkLst>
        <pc:docMk/>
      </pc:docMkLst>
      <pc:sldChg chg="modSp">
        <pc:chgData name="Akeem" userId="cc425854-bfb3-47ac-926f-09ad9d4095cc" providerId="ADAL" clId="{3FAFDD64-474E-429A-990C-B7D55ED237A1}" dt="2021-01-23T17:33:46.492" v="19"/>
        <pc:sldMkLst>
          <pc:docMk/>
          <pc:sldMk cId="3006118279" sldId="256"/>
        </pc:sldMkLst>
        <pc:spChg chg="mod">
          <ac:chgData name="Akeem" userId="cc425854-bfb3-47ac-926f-09ad9d4095cc" providerId="ADAL" clId="{3FAFDD64-474E-429A-990C-B7D55ED237A1}" dt="2021-01-23T17:33:46.492" v="19"/>
          <ac:spMkLst>
            <pc:docMk/>
            <pc:sldMk cId="3006118279" sldId="256"/>
            <ac:spMk id="2" creationId="{D5219269-6BAB-4B04-A21A-E0BD348D80DC}"/>
          </ac:spMkLst>
        </pc:spChg>
        <pc:spChg chg="mod">
          <ac:chgData name="Akeem" userId="cc425854-bfb3-47ac-926f-09ad9d4095cc" providerId="ADAL" clId="{3FAFDD64-474E-429A-990C-B7D55ED237A1}" dt="2021-01-23T17:33:46.492" v="19"/>
          <ac:spMkLst>
            <pc:docMk/>
            <pc:sldMk cId="3006118279" sldId="256"/>
            <ac:spMk id="3" creationId="{04CEF03D-42D4-4071-B3E1-9E54A49E6C03}"/>
          </ac:spMkLst>
        </pc:spChg>
      </pc:sldChg>
      <pc:sldChg chg="modSp new mod">
        <pc:chgData name="Akeem" userId="cc425854-bfb3-47ac-926f-09ad9d4095cc" providerId="ADAL" clId="{3FAFDD64-474E-429A-990C-B7D55ED237A1}" dt="2021-01-23T17:36:33.130" v="225" actId="20577"/>
        <pc:sldMkLst>
          <pc:docMk/>
          <pc:sldMk cId="4179692843" sldId="257"/>
        </pc:sldMkLst>
        <pc:spChg chg="mod">
          <ac:chgData name="Akeem" userId="cc425854-bfb3-47ac-926f-09ad9d4095cc" providerId="ADAL" clId="{3FAFDD64-474E-429A-990C-B7D55ED237A1}" dt="2021-01-23T17:33:54.586" v="22" actId="20577"/>
          <ac:spMkLst>
            <pc:docMk/>
            <pc:sldMk cId="4179692843" sldId="257"/>
            <ac:spMk id="2" creationId="{6722AC48-625D-4590-873F-482F436EBD48}"/>
          </ac:spMkLst>
        </pc:spChg>
        <pc:spChg chg="mod">
          <ac:chgData name="Akeem" userId="cc425854-bfb3-47ac-926f-09ad9d4095cc" providerId="ADAL" clId="{3FAFDD64-474E-429A-990C-B7D55ED237A1}" dt="2021-01-23T17:36:33.130" v="225" actId="20577"/>
          <ac:spMkLst>
            <pc:docMk/>
            <pc:sldMk cId="4179692843" sldId="257"/>
            <ac:spMk id="3" creationId="{F1C2B76F-78A3-4201-AE46-986C1711ADF0}"/>
          </ac:spMkLst>
        </pc:spChg>
      </pc:sldChg>
      <pc:sldChg chg="modSp new mod">
        <pc:chgData name="Akeem" userId="cc425854-bfb3-47ac-926f-09ad9d4095cc" providerId="ADAL" clId="{3FAFDD64-474E-429A-990C-B7D55ED237A1}" dt="2021-01-23T17:42:47.225" v="469" actId="20577"/>
        <pc:sldMkLst>
          <pc:docMk/>
          <pc:sldMk cId="145422333" sldId="258"/>
        </pc:sldMkLst>
        <pc:spChg chg="mod">
          <ac:chgData name="Akeem" userId="cc425854-bfb3-47ac-926f-09ad9d4095cc" providerId="ADAL" clId="{3FAFDD64-474E-429A-990C-B7D55ED237A1}" dt="2021-01-23T17:36:55.745" v="251" actId="20577"/>
          <ac:spMkLst>
            <pc:docMk/>
            <pc:sldMk cId="145422333" sldId="258"/>
            <ac:spMk id="2" creationId="{7B24C5F1-9C35-4DBA-BB84-281362AA271B}"/>
          </ac:spMkLst>
        </pc:spChg>
        <pc:spChg chg="mod">
          <ac:chgData name="Akeem" userId="cc425854-bfb3-47ac-926f-09ad9d4095cc" providerId="ADAL" clId="{3FAFDD64-474E-429A-990C-B7D55ED237A1}" dt="2021-01-23T17:42:47.225" v="469" actId="20577"/>
          <ac:spMkLst>
            <pc:docMk/>
            <pc:sldMk cId="145422333" sldId="258"/>
            <ac:spMk id="3" creationId="{E5EE9999-C8E2-4638-A0F3-4247ECAEA7DC}"/>
          </ac:spMkLst>
        </pc:spChg>
      </pc:sldChg>
      <pc:sldChg chg="addSp delSp modSp new mod setBg setClrOvrMap">
        <pc:chgData name="Akeem" userId="cc425854-bfb3-47ac-926f-09ad9d4095cc" providerId="ADAL" clId="{3FAFDD64-474E-429A-990C-B7D55ED237A1}" dt="2021-01-23T17:38:32.809" v="357" actId="26606"/>
        <pc:sldMkLst>
          <pc:docMk/>
          <pc:sldMk cId="73191526" sldId="259"/>
        </pc:sldMkLst>
        <pc:spChg chg="mo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" creationId="{740350FC-2D1C-4DF9-A54F-0488E90AF422}"/>
          </ac:spMkLst>
        </pc:spChg>
        <pc:spChg chg="del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3" creationId="{32DDF47B-2529-4F54-A485-7E72D3A20A6D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8" creationId="{23522FE7-5A29-4EF6-B1EF-2CA55748A772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16" creationId="{1C69834E-5EEE-4D61-833E-04928896454C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18" creationId="{58E5D9BA-46E7-4BFA-9C74-75495BF6F54D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0" creationId="{5B033D76-5800-44B6-AFE9-EE2106935115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2" creationId="{522D6F85-FFBA-4F81-AEE5-AAA17CB7AA98}"/>
          </ac:spMkLst>
        </pc:spChg>
        <pc:spChg chg="add">
          <ac:chgData name="Akeem" userId="cc425854-bfb3-47ac-926f-09ad9d4095cc" providerId="ADAL" clId="{3FAFDD64-474E-429A-990C-B7D55ED237A1}" dt="2021-01-23T17:38:32.809" v="357" actId="26606"/>
          <ac:spMkLst>
            <pc:docMk/>
            <pc:sldMk cId="73191526" sldId="259"/>
            <ac:spMk id="24" creationId="{13B31514-E6DF-4357-9EEA-EFB7983080DA}"/>
          </ac:spMkLst>
        </pc:spChg>
        <pc:picChg chg="add">
          <ac:chgData name="Akeem" userId="cc425854-bfb3-47ac-926f-09ad9d4095cc" providerId="ADAL" clId="{3FAFDD64-474E-429A-990C-B7D55ED237A1}" dt="2021-01-23T17:38:32.809" v="357" actId="26606"/>
          <ac:picMkLst>
            <pc:docMk/>
            <pc:sldMk cId="73191526" sldId="259"/>
            <ac:picMk id="10" creationId="{C2192E09-EBC7-416C-B887-DFF915D7F43D}"/>
          </ac:picMkLst>
        </pc:picChg>
        <pc:picChg chg="add">
          <ac:chgData name="Akeem" userId="cc425854-bfb3-47ac-926f-09ad9d4095cc" providerId="ADAL" clId="{3FAFDD64-474E-429A-990C-B7D55ED237A1}" dt="2021-01-23T17:38:32.809" v="357" actId="26606"/>
          <ac:picMkLst>
            <pc:docMk/>
            <pc:sldMk cId="73191526" sldId="259"/>
            <ac:picMk id="26" creationId="{4C401D57-600A-4C91-AC9A-14CA1ED6F7D8}"/>
          </ac:picMkLst>
        </pc:pic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12" creationId="{2924498D-E084-44BE-A196-CFCE35564350}"/>
          </ac:cxnSpMkLst>
        </pc:cxn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14" creationId="{3BBC7667-C352-4842-9AFD-E5C16AD002F4}"/>
          </ac:cxnSpMkLst>
        </pc:cxnChg>
        <pc:cxnChg chg="add">
          <ac:chgData name="Akeem" userId="cc425854-bfb3-47ac-926f-09ad9d4095cc" providerId="ADAL" clId="{3FAFDD64-474E-429A-990C-B7D55ED237A1}" dt="2021-01-23T17:38:32.809" v="357" actId="26606"/>
          <ac:cxnSpMkLst>
            <pc:docMk/>
            <pc:sldMk cId="73191526" sldId="259"/>
            <ac:cxnSpMk id="28" creationId="{412BDC66-00FA-4A3F-9BC7-BE05FF7705F8}"/>
          </ac:cxnSpMkLst>
        </pc:cxnChg>
      </pc:sldChg>
      <pc:sldChg chg="addSp modSp new">
        <pc:chgData name="Akeem" userId="cc425854-bfb3-47ac-926f-09ad9d4095cc" providerId="ADAL" clId="{3FAFDD64-474E-429A-990C-B7D55ED237A1}" dt="2021-01-23T17:41:27.191" v="362" actId="1076"/>
        <pc:sldMkLst>
          <pc:docMk/>
          <pc:sldMk cId="2943278846" sldId="260"/>
        </pc:sldMkLst>
        <pc:picChg chg="add mod">
          <ac:chgData name="Akeem" userId="cc425854-bfb3-47ac-926f-09ad9d4095cc" providerId="ADAL" clId="{3FAFDD64-474E-429A-990C-B7D55ED237A1}" dt="2021-01-23T17:41:27.191" v="362" actId="1076"/>
          <ac:picMkLst>
            <pc:docMk/>
            <pc:sldMk cId="2943278846" sldId="260"/>
            <ac:picMk id="1026" creationId="{ED97FEE8-D2F0-4B72-9E01-8B0C639536EF}"/>
          </ac:picMkLst>
        </pc:picChg>
      </pc:sldChg>
      <pc:sldChg chg="modSp new mod">
        <pc:chgData name="Akeem" userId="cc425854-bfb3-47ac-926f-09ad9d4095cc" providerId="ADAL" clId="{3FAFDD64-474E-429A-990C-B7D55ED237A1}" dt="2021-01-23T17:47:27.385" v="884" actId="5793"/>
        <pc:sldMkLst>
          <pc:docMk/>
          <pc:sldMk cId="2338393034" sldId="261"/>
        </pc:sldMkLst>
        <pc:spChg chg="mod">
          <ac:chgData name="Akeem" userId="cc425854-bfb3-47ac-926f-09ad9d4095cc" providerId="ADAL" clId="{3FAFDD64-474E-429A-990C-B7D55ED237A1}" dt="2021-01-23T17:43:04.762" v="498" actId="20577"/>
          <ac:spMkLst>
            <pc:docMk/>
            <pc:sldMk cId="2338393034" sldId="261"/>
            <ac:spMk id="2" creationId="{C0DA4244-D682-4C77-9687-1AFA649DAAD9}"/>
          </ac:spMkLst>
        </pc:spChg>
        <pc:spChg chg="mod">
          <ac:chgData name="Akeem" userId="cc425854-bfb3-47ac-926f-09ad9d4095cc" providerId="ADAL" clId="{3FAFDD64-474E-429A-990C-B7D55ED237A1}" dt="2021-01-23T17:47:27.385" v="884" actId="5793"/>
          <ac:spMkLst>
            <pc:docMk/>
            <pc:sldMk cId="2338393034" sldId="261"/>
            <ac:spMk id="3" creationId="{DA977847-67E3-45AE-8750-232FEF3391DC}"/>
          </ac:spMkLst>
        </pc:spChg>
      </pc:sldChg>
      <pc:sldChg chg="modSp new mod">
        <pc:chgData name="Akeem" userId="cc425854-bfb3-47ac-926f-09ad9d4095cc" providerId="ADAL" clId="{3FAFDD64-474E-429A-990C-B7D55ED237A1}" dt="2021-01-23T17:49:27.857" v="1101" actId="20577"/>
        <pc:sldMkLst>
          <pc:docMk/>
          <pc:sldMk cId="2464402068" sldId="262"/>
        </pc:sldMkLst>
        <pc:spChg chg="mod">
          <ac:chgData name="Akeem" userId="cc425854-bfb3-47ac-926f-09ad9d4095cc" providerId="ADAL" clId="{3FAFDD64-474E-429A-990C-B7D55ED237A1}" dt="2021-01-23T17:47:39.362" v="909" actId="5793"/>
          <ac:spMkLst>
            <pc:docMk/>
            <pc:sldMk cId="2464402068" sldId="262"/>
            <ac:spMk id="2" creationId="{D05376BD-C78F-481F-8FCD-647B33916B42}"/>
          </ac:spMkLst>
        </pc:spChg>
        <pc:spChg chg="mod">
          <ac:chgData name="Akeem" userId="cc425854-bfb3-47ac-926f-09ad9d4095cc" providerId="ADAL" clId="{3FAFDD64-474E-429A-990C-B7D55ED237A1}" dt="2021-01-23T17:49:27.857" v="1101" actId="20577"/>
          <ac:spMkLst>
            <pc:docMk/>
            <pc:sldMk cId="2464402068" sldId="262"/>
            <ac:spMk id="3" creationId="{5502754E-C9CE-4EAC-91A9-D8C1744EA2D4}"/>
          </ac:spMkLst>
        </pc:spChg>
      </pc:sldChg>
      <pc:sldChg chg="addSp modSp new mod modClrScheme chgLayout">
        <pc:chgData name="Akeem" userId="cc425854-bfb3-47ac-926f-09ad9d4095cc" providerId="ADAL" clId="{3FAFDD64-474E-429A-990C-B7D55ED237A1}" dt="2021-01-23T18:05:28.920" v="1753" actId="20577"/>
        <pc:sldMkLst>
          <pc:docMk/>
          <pc:sldMk cId="2353513517" sldId="263"/>
        </pc:sldMkLst>
        <pc:spChg chg="mod ord">
          <ac:chgData name="Akeem" userId="cc425854-bfb3-47ac-926f-09ad9d4095cc" providerId="ADAL" clId="{3FAFDD64-474E-429A-990C-B7D55ED237A1}" dt="2021-01-23T17:54:16.987" v="1298" actId="700"/>
          <ac:spMkLst>
            <pc:docMk/>
            <pc:sldMk cId="2353513517" sldId="263"/>
            <ac:spMk id="2" creationId="{22D5AD3E-0D0A-4310-80BF-5865B85DAC92}"/>
          </ac:spMkLst>
        </pc:spChg>
        <pc:spChg chg="mod ord">
          <ac:chgData name="Akeem" userId="cc425854-bfb3-47ac-926f-09ad9d4095cc" providerId="ADAL" clId="{3FAFDD64-474E-429A-990C-B7D55ED237A1}" dt="2021-01-23T18:05:28.920" v="1753" actId="20577"/>
          <ac:spMkLst>
            <pc:docMk/>
            <pc:sldMk cId="2353513517" sldId="263"/>
            <ac:spMk id="3" creationId="{508CE6DF-6134-4DC2-84AE-1463AD796DA7}"/>
          </ac:spMkLst>
        </pc:spChg>
        <pc:spChg chg="add mod ord">
          <ac:chgData name="Akeem" userId="cc425854-bfb3-47ac-926f-09ad9d4095cc" providerId="ADAL" clId="{3FAFDD64-474E-429A-990C-B7D55ED237A1}" dt="2021-01-23T17:56:42.424" v="1560" actId="27636"/>
          <ac:spMkLst>
            <pc:docMk/>
            <pc:sldMk cId="2353513517" sldId="263"/>
            <ac:spMk id="4" creationId="{AEFC34D1-3D5A-4940-86CD-BCA6CD34E98C}"/>
          </ac:spMkLst>
        </pc:spChg>
        <pc:picChg chg="add mod">
          <ac:chgData name="Akeem" userId="cc425854-bfb3-47ac-926f-09ad9d4095cc" providerId="ADAL" clId="{3FAFDD64-474E-429A-990C-B7D55ED237A1}" dt="2021-01-23T17:54:27.572" v="1301" actId="1076"/>
          <ac:picMkLst>
            <pc:docMk/>
            <pc:sldMk cId="2353513517" sldId="263"/>
            <ac:picMk id="2050" creationId="{00B3BABB-AF44-401A-B75D-00C34D18F12D}"/>
          </ac:picMkLst>
        </pc:picChg>
      </pc:sldChg>
      <pc:sldChg chg="modSp new mod">
        <pc:chgData name="Akeem" userId="cc425854-bfb3-47ac-926f-09ad9d4095cc" providerId="ADAL" clId="{3FAFDD64-474E-429A-990C-B7D55ED237A1}" dt="2021-01-23T18:11:08.257" v="2516" actId="20577"/>
        <pc:sldMkLst>
          <pc:docMk/>
          <pc:sldMk cId="941568987" sldId="264"/>
        </pc:sldMkLst>
        <pc:spChg chg="mod">
          <ac:chgData name="Akeem" userId="cc425854-bfb3-47ac-926f-09ad9d4095cc" providerId="ADAL" clId="{3FAFDD64-474E-429A-990C-B7D55ED237A1}" dt="2021-01-23T18:11:08.257" v="2516" actId="20577"/>
          <ac:spMkLst>
            <pc:docMk/>
            <pc:sldMk cId="941568987" sldId="264"/>
            <ac:spMk id="2" creationId="{D7A2951D-B12D-4FF8-B694-36E3148623F7}"/>
          </ac:spMkLst>
        </pc:spChg>
        <pc:spChg chg="mod">
          <ac:chgData name="Akeem" userId="cc425854-bfb3-47ac-926f-09ad9d4095cc" providerId="ADAL" clId="{3FAFDD64-474E-429A-990C-B7D55ED237A1}" dt="2021-01-23T18:10:52.896" v="2514" actId="20577"/>
          <ac:spMkLst>
            <pc:docMk/>
            <pc:sldMk cId="941568987" sldId="264"/>
            <ac:spMk id="3" creationId="{6EF5EBEE-39D8-4078-A8AD-E9A7C45B3D2D}"/>
          </ac:spMkLst>
        </pc:spChg>
      </pc:sldChg>
      <pc:sldChg chg="new del">
        <pc:chgData name="Akeem" userId="cc425854-bfb3-47ac-926f-09ad9d4095cc" providerId="ADAL" clId="{3FAFDD64-474E-429A-990C-B7D55ED237A1}" dt="2021-01-23T18:05:38.510" v="1755" actId="680"/>
        <pc:sldMkLst>
          <pc:docMk/>
          <pc:sldMk cId="3138909338" sldId="264"/>
        </pc:sldMkLst>
      </pc:sldChg>
      <pc:sldChg chg="modSp new mod">
        <pc:chgData name="Akeem" userId="cc425854-bfb3-47ac-926f-09ad9d4095cc" providerId="ADAL" clId="{3FAFDD64-474E-429A-990C-B7D55ED237A1}" dt="2021-01-23T18:16:28.835" v="3057" actId="20577"/>
        <pc:sldMkLst>
          <pc:docMk/>
          <pc:sldMk cId="1817559363" sldId="265"/>
        </pc:sldMkLst>
        <pc:spChg chg="mod">
          <ac:chgData name="Akeem" userId="cc425854-bfb3-47ac-926f-09ad9d4095cc" providerId="ADAL" clId="{3FAFDD64-474E-429A-990C-B7D55ED237A1}" dt="2021-01-23T18:11:45.256" v="2555" actId="20577"/>
          <ac:spMkLst>
            <pc:docMk/>
            <pc:sldMk cId="1817559363" sldId="265"/>
            <ac:spMk id="2" creationId="{FB03CA23-6875-4B11-8789-11BAA689D02A}"/>
          </ac:spMkLst>
        </pc:spChg>
        <pc:spChg chg="mod">
          <ac:chgData name="Akeem" userId="cc425854-bfb3-47ac-926f-09ad9d4095cc" providerId="ADAL" clId="{3FAFDD64-474E-429A-990C-B7D55ED237A1}" dt="2021-01-23T18:16:28.835" v="3057" actId="20577"/>
          <ac:spMkLst>
            <pc:docMk/>
            <pc:sldMk cId="1817559363" sldId="265"/>
            <ac:spMk id="3" creationId="{85FDD2EA-E5D2-404A-8920-14BAAF8C3326}"/>
          </ac:spMkLst>
        </pc:spChg>
      </pc:sldChg>
      <pc:sldChg chg="addSp delSp modSp new mod setBg">
        <pc:chgData name="Akeem" userId="cc425854-bfb3-47ac-926f-09ad9d4095cc" providerId="ADAL" clId="{3FAFDD64-474E-429A-990C-B7D55ED237A1}" dt="2021-01-23T18:18:21.706" v="3076" actId="26606"/>
        <pc:sldMkLst>
          <pc:docMk/>
          <pc:sldMk cId="864410204" sldId="266"/>
        </pc:sldMkLst>
        <pc:spChg chg="mo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2" creationId="{EC50BAFC-772F-460F-AA49-ADEBE8E91C9F}"/>
          </ac:spMkLst>
        </pc:spChg>
        <pc:spChg chg="del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3" creationId="{DFB1FCAE-B4CB-441D-9F26-DF282B77AE55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9" creationId="{1CE580D1-F917-4567-AFB4-99AA9B52ADF0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17" creationId="{8D095B41-7312-4603-9F0F-93387C353134}"/>
          </ac:spMkLst>
        </pc:spChg>
        <pc:spChg chg="add">
          <ac:chgData name="Akeem" userId="cc425854-bfb3-47ac-926f-09ad9d4095cc" providerId="ADAL" clId="{3FAFDD64-474E-429A-990C-B7D55ED237A1}" dt="2021-01-23T18:18:21.706" v="3076" actId="26606"/>
          <ac:spMkLst>
            <pc:docMk/>
            <pc:sldMk cId="864410204" sldId="266"/>
            <ac:spMk id="19" creationId="{1042C936-444C-4F0D-9737-291EAFE1E7E4}"/>
          </ac:spMkLst>
        </pc:sp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5" creationId="{082A0C15-144E-40A5-AF44-26B94AFF42E4}"/>
          </ac:picMkLst>
        </pc:pic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11" creationId="{1F5620B8-A2D8-4568-B566-F0453A0D9167}"/>
          </ac:picMkLst>
        </pc:picChg>
        <pc:picChg chg="add">
          <ac:chgData name="Akeem" userId="cc425854-bfb3-47ac-926f-09ad9d4095cc" providerId="ADAL" clId="{3FAFDD64-474E-429A-990C-B7D55ED237A1}" dt="2021-01-23T18:18:21.706" v="3076" actId="26606"/>
          <ac:picMkLst>
            <pc:docMk/>
            <pc:sldMk cId="864410204" sldId="266"/>
            <ac:picMk id="23" creationId="{419FDB25-3050-4009-9806-3000DDD1C083}"/>
          </ac:picMkLst>
        </pc:pic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13" creationId="{1C7D2BA4-4B7A-4596-8BCC-5CF715423894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15" creationId="{4977F1E1-2B6F-4BB6-899F-67D8764D83C5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21" creationId="{B61C4D9F-F4AF-4ED2-9310-56EB2E19C084}"/>
          </ac:cxnSpMkLst>
        </pc:cxnChg>
        <pc:cxnChg chg="add">
          <ac:chgData name="Akeem" userId="cc425854-bfb3-47ac-926f-09ad9d4095cc" providerId="ADAL" clId="{3FAFDD64-474E-429A-990C-B7D55ED237A1}" dt="2021-01-23T18:18:21.706" v="3076" actId="26606"/>
          <ac:cxnSpMkLst>
            <pc:docMk/>
            <pc:sldMk cId="864410204" sldId="266"/>
            <ac:cxnSpMk id="25" creationId="{8063EF0F-7BC0-4CFB-AB98-20A8DD91D70F}"/>
          </ac:cxnSpMkLst>
        </pc:cxnChg>
      </pc:sldChg>
      <pc:sldChg chg="modSp new mod">
        <pc:chgData name="Akeem" userId="cc425854-bfb3-47ac-926f-09ad9d4095cc" providerId="ADAL" clId="{3FAFDD64-474E-429A-990C-B7D55ED237A1}" dt="2021-01-23T18:21:58.288" v="3387" actId="20577"/>
        <pc:sldMkLst>
          <pc:docMk/>
          <pc:sldMk cId="557598649" sldId="267"/>
        </pc:sldMkLst>
        <pc:spChg chg="mod">
          <ac:chgData name="Akeem" userId="cc425854-bfb3-47ac-926f-09ad9d4095cc" providerId="ADAL" clId="{3FAFDD64-474E-429A-990C-B7D55ED237A1}" dt="2021-01-23T18:18:43.759" v="3099" actId="20577"/>
          <ac:spMkLst>
            <pc:docMk/>
            <pc:sldMk cId="557598649" sldId="267"/>
            <ac:spMk id="2" creationId="{5BDB9673-4C8C-4F6E-9726-E824FD9FE171}"/>
          </ac:spMkLst>
        </pc:spChg>
        <pc:spChg chg="mod">
          <ac:chgData name="Akeem" userId="cc425854-bfb3-47ac-926f-09ad9d4095cc" providerId="ADAL" clId="{3FAFDD64-474E-429A-990C-B7D55ED237A1}" dt="2021-01-23T18:21:58.288" v="3387" actId="20577"/>
          <ac:spMkLst>
            <pc:docMk/>
            <pc:sldMk cId="557598649" sldId="267"/>
            <ac:spMk id="3" creationId="{4E0A3775-A2DF-42B9-9C3D-F7A9B37DFB41}"/>
          </ac:spMkLst>
        </pc:spChg>
      </pc:sldChg>
      <pc:sldChg chg="modSp new mod">
        <pc:chgData name="Akeem" userId="cc425854-bfb3-47ac-926f-09ad9d4095cc" providerId="ADAL" clId="{3FAFDD64-474E-429A-990C-B7D55ED237A1}" dt="2021-01-23T18:30:45.255" v="3910" actId="20577"/>
        <pc:sldMkLst>
          <pc:docMk/>
          <pc:sldMk cId="1142475321" sldId="268"/>
        </pc:sldMkLst>
        <pc:spChg chg="mod">
          <ac:chgData name="Akeem" userId="cc425854-bfb3-47ac-926f-09ad9d4095cc" providerId="ADAL" clId="{3FAFDD64-474E-429A-990C-B7D55ED237A1}" dt="2021-01-23T18:23:08.975" v="3406" actId="20577"/>
          <ac:spMkLst>
            <pc:docMk/>
            <pc:sldMk cId="1142475321" sldId="268"/>
            <ac:spMk id="2" creationId="{64AC2E2C-CC08-48B5-AE03-C7CE362C2339}"/>
          </ac:spMkLst>
        </pc:spChg>
        <pc:spChg chg="mod">
          <ac:chgData name="Akeem" userId="cc425854-bfb3-47ac-926f-09ad9d4095cc" providerId="ADAL" clId="{3FAFDD64-474E-429A-990C-B7D55ED237A1}" dt="2021-01-23T18:30:45.255" v="3910" actId="20577"/>
          <ac:spMkLst>
            <pc:docMk/>
            <pc:sldMk cId="1142475321" sldId="268"/>
            <ac:spMk id="3" creationId="{12D626A5-C2C3-4E23-8FAB-DFECF7D450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4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90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36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94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48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86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072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64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15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63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2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E0230-AD19-48CE-900D-EFFAD2759F56}" type="datetimeFigureOut">
              <a:rPr lang="LID4096" smtClean="0"/>
              <a:t>10/23/26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F491A07-FFC8-4E4B-8C7B-C7E50BDC7DD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6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org&amp;utm_campaign=index&amp;utm_content=origi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B0B4-B9CE-5842-3D1B-C8525086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6D710-F220-D91B-300F-048B04B35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– Survival and Hazards (ch 13, wb19A – pull for updates). </a:t>
            </a:r>
          </a:p>
          <a:p>
            <a:r>
              <a:rPr lang="en-US" dirty="0"/>
              <a:t>Exam marks up. </a:t>
            </a:r>
          </a:p>
          <a:p>
            <a:r>
              <a:rPr lang="en-US" dirty="0"/>
              <a:t>There’s a new assignment:</a:t>
            </a:r>
          </a:p>
          <a:p>
            <a:pPr lvl="1"/>
            <a:r>
              <a:rPr lang="en-US" dirty="0"/>
              <a:t>One part probability simulation, one part regression (should get there soon enough)</a:t>
            </a:r>
          </a:p>
        </p:txBody>
      </p:sp>
    </p:spTree>
    <p:extLst>
      <p:ext uri="{BB962C8B-B14F-4D97-AF65-F5344CB8AC3E}">
        <p14:creationId xmlns:p14="http://schemas.microsoft.com/office/powerpoint/2010/main" val="15537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3FA87-BFE9-1741-44AE-698A049B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6CE8-B391-0B70-92CF-EF117BA2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205067" cy="3450613"/>
          </a:xfrm>
        </p:spPr>
        <p:txBody>
          <a:bodyPr/>
          <a:lstStyle/>
          <a:p>
            <a:r>
              <a:rPr lang="en-US" dirty="0"/>
              <a:t>Overall good. </a:t>
            </a:r>
          </a:p>
          <a:p>
            <a:r>
              <a:rPr lang="en-US" dirty="0"/>
              <a:t>Comparing groups – need </a:t>
            </a:r>
            <a:r>
              <a:rPr lang="en-US" dirty="0" err="1"/>
              <a:t>anova</a:t>
            </a:r>
            <a:r>
              <a:rPr lang="en-US" dirty="0"/>
              <a:t> or similar.</a:t>
            </a:r>
          </a:p>
          <a:p>
            <a:pPr lvl="1"/>
            <a:r>
              <a:rPr lang="en-US" dirty="0"/>
              <a:t>Mean difference or effect size isn’t enough.  </a:t>
            </a:r>
          </a:p>
          <a:p>
            <a:pPr lvl="1"/>
            <a:r>
              <a:rPr lang="en-US" dirty="0"/>
              <a:t>With </a:t>
            </a:r>
            <a:r>
              <a:rPr lang="en-US" dirty="0" err="1"/>
              <a:t>anova</a:t>
            </a:r>
            <a:r>
              <a:rPr lang="en-US" dirty="0"/>
              <a:t>, </a:t>
            </a:r>
            <a:r>
              <a:rPr lang="en-US" i="1" dirty="0"/>
              <a:t>should </a:t>
            </a:r>
            <a:r>
              <a:rPr lang="en-US" dirty="0"/>
              <a:t>have a variance test first.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1CBA2-B1BE-8580-A163-08043160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646" y="1845472"/>
            <a:ext cx="5325804" cy="411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8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6E18-0649-6AB1-C492-241746DCA6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Survival and Hazards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31903-EAF8-3979-D108-06C244A70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991D-7065-8829-50CD-54931CF1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C971B-589D-DAC7-5AFB-DB9656B9B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733" y="2015732"/>
            <a:ext cx="5158484" cy="3450613"/>
          </a:xfrm>
        </p:spPr>
        <p:txBody>
          <a:bodyPr/>
          <a:lstStyle/>
          <a:p>
            <a:r>
              <a:rPr lang="en-US" dirty="0"/>
              <a:t>Recall the cumulative distribution functions. </a:t>
            </a:r>
          </a:p>
          <a:p>
            <a:r>
              <a:rPr lang="en-US" dirty="0"/>
              <a:t>Show the proportion of values that are less than a certain point. </a:t>
            </a:r>
          </a:p>
        </p:txBody>
      </p:sp>
      <p:pic>
        <p:nvPicPr>
          <p:cNvPr id="4" name="Picture 3" descr="Cumulative Distribution Function (CDF): Uses, Graphs &amp; vs PDF - Statistics  By Jim">
            <a:extLst>
              <a:ext uri="{FF2B5EF4-FFF2-40B4-BE49-F238E27FC236}">
                <a16:creationId xmlns:a16="http://schemas.microsoft.com/office/drawing/2014/main" id="{A8721345-DE53-D2B9-769D-251C824C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2015732"/>
            <a:ext cx="4844052" cy="322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5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7982B-1EEF-B1F9-10DC-9A281055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Backwards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6427-E184-F239-7BDA-F66DE868B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think about the opposite – what is left to happen and when will it happen?</a:t>
            </a:r>
          </a:p>
          <a:p>
            <a:r>
              <a:rPr lang="en-US" dirty="0"/>
              <a:t>This is survival analysis. </a:t>
            </a:r>
          </a:p>
          <a:p>
            <a:r>
              <a:rPr lang="en-US" dirty="0"/>
              <a:t>We are examining an event, and when it happens. </a:t>
            </a:r>
          </a:p>
          <a:p>
            <a:pPr lvl="1"/>
            <a:r>
              <a:rPr lang="en-US" dirty="0"/>
              <a:t>Event – the “thing”, patient dies, person quits, thing explodes…</a:t>
            </a:r>
          </a:p>
          <a:p>
            <a:pPr lvl="1"/>
            <a:r>
              <a:rPr lang="en-US" dirty="0"/>
              <a:t>Time – how many time periods have elapsed. </a:t>
            </a:r>
          </a:p>
        </p:txBody>
      </p:sp>
    </p:spTree>
    <p:extLst>
      <p:ext uri="{BB962C8B-B14F-4D97-AF65-F5344CB8AC3E}">
        <p14:creationId xmlns:p14="http://schemas.microsoft.com/office/powerpoint/2010/main" val="149050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8B71-5C34-7C64-FBE2-8ECEEA12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Basics – Survival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ACC4-C85B-8388-A122-F3D3264E5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survival function defines the probability of survival beyond a time point. </a:t>
            </a:r>
          </a:p>
          <a:p>
            <a:pPr lvl="1"/>
            <a:r>
              <a:rPr lang="en-US" dirty="0"/>
              <a:t>S(t) = P(T &gt; t)</a:t>
            </a:r>
          </a:p>
          <a:p>
            <a:pPr lvl="1"/>
            <a:r>
              <a:rPr lang="en-US" dirty="0"/>
              <a:t>T is one survival time, t is a time point. </a:t>
            </a:r>
          </a:p>
          <a:p>
            <a:r>
              <a:rPr lang="en-US" dirty="0"/>
              <a:t>The survival function can be estimated by:</a:t>
            </a:r>
          </a:p>
          <a:p>
            <a:pPr lvl="1"/>
            <a:r>
              <a:rPr lang="en-US" dirty="0"/>
              <a:t>Number remaining / total number. </a:t>
            </a:r>
          </a:p>
          <a:p>
            <a:r>
              <a:rPr lang="en-US" dirty="0"/>
              <a:t>It is also:</a:t>
            </a:r>
          </a:p>
          <a:p>
            <a:pPr lvl="1"/>
            <a:r>
              <a:rPr lang="en-US" dirty="0"/>
              <a:t>S(t) = 1 – CDF(t)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49756-E338-ADA7-6205-7D793776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97015"/>
            <a:ext cx="6096000" cy="31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69DA-1839-6ADF-B339-F269F12D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Analysis – do We Live?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481CF-CA98-3E17-8327-16C24041D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We Trying to Stay Alive - Wikipedia">
            <a:extLst>
              <a:ext uri="{FF2B5EF4-FFF2-40B4-BE49-F238E27FC236}">
                <a16:creationId xmlns:a16="http://schemas.microsoft.com/office/drawing/2014/main" id="{DF746B3A-D8D3-4EF8-06F1-7B923B40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702" y="1853754"/>
            <a:ext cx="5144595" cy="447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0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4903-6688-B635-1429-43D5FCA2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Data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B44F-C5F8-3863-0756-34E5CF3C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839402" cy="4199727"/>
          </a:xfrm>
        </p:spPr>
        <p:txBody>
          <a:bodyPr/>
          <a:lstStyle/>
          <a:p>
            <a:r>
              <a:rPr lang="en-US" dirty="0"/>
              <a:t>The data in survival needs two things:</a:t>
            </a:r>
          </a:p>
          <a:p>
            <a:pPr lvl="1"/>
            <a:r>
              <a:rPr lang="en-US" dirty="0"/>
              <a:t>Has the event happened?</a:t>
            </a:r>
          </a:p>
          <a:p>
            <a:pPr lvl="1"/>
            <a:r>
              <a:rPr lang="en-US" dirty="0"/>
              <a:t>The time period. </a:t>
            </a:r>
          </a:p>
          <a:p>
            <a:r>
              <a:rPr lang="en-US" dirty="0"/>
              <a:t>Can also be framed as the birth and death of a datapoint. </a:t>
            </a:r>
          </a:p>
          <a:p>
            <a:r>
              <a:rPr lang="en-US" dirty="0"/>
              <a:t>Libraries and tools:</a:t>
            </a:r>
          </a:p>
          <a:p>
            <a:pPr lvl="1"/>
            <a:r>
              <a:rPr lang="en-US" dirty="0"/>
              <a:t>We’ll use a library called “survival”, there are others, “lifelines” is probably most popular. </a:t>
            </a:r>
          </a:p>
          <a:p>
            <a:pPr lvl="1"/>
            <a:r>
              <a:rPr lang="en-US" dirty="0"/>
              <a:t>Libraries can do lots of heavy lifting for us. </a:t>
            </a:r>
          </a:p>
          <a:p>
            <a:r>
              <a:rPr lang="en-US" dirty="0"/>
              <a:t>Data prep work may be needed. </a:t>
            </a:r>
          </a:p>
        </p:txBody>
      </p:sp>
      <p:pic>
        <p:nvPicPr>
          <p:cNvPr id="4" name="Picture 3" descr="Ultimate Guide to Survival Analysis">
            <a:extLst>
              <a:ext uri="{FF2B5EF4-FFF2-40B4-BE49-F238E27FC236}">
                <a16:creationId xmlns:a16="http://schemas.microsoft.com/office/drawing/2014/main" id="{6A4D984F-CAC6-8234-82C0-CC430F9DB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401" y="1083918"/>
            <a:ext cx="5352599" cy="51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7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076B-A2B1-CC75-026F-BCB9BD05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Granular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A4BD-42B2-0CE4-8D5A-7CAA3490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Survival works over time. </a:t>
            </a:r>
          </a:p>
          <a:p>
            <a:r>
              <a:rPr lang="en-US" dirty="0"/>
              <a:t>Time can be aggregated many different ways (per day/week/month/second…)</a:t>
            </a:r>
          </a:p>
          <a:p>
            <a:r>
              <a:rPr lang="en-US" dirty="0"/>
              <a:t>It is important that you are consistent. </a:t>
            </a:r>
          </a:p>
          <a:p>
            <a:r>
              <a:rPr lang="en-US" dirty="0"/>
              <a:t>Some data (especially sensors, </a:t>
            </a:r>
            <a:r>
              <a:rPr lang="en-US" dirty="0" err="1"/>
              <a:t>iot</a:t>
            </a:r>
            <a:r>
              <a:rPr lang="en-US" dirty="0"/>
              <a:t> type stuff) may generate data at 1000hz. </a:t>
            </a:r>
          </a:p>
          <a:p>
            <a:r>
              <a:rPr lang="en-US" dirty="0"/>
              <a:t>If condensing, think about a reasonable approach. </a:t>
            </a:r>
          </a:p>
          <a:p>
            <a:pPr lvl="1"/>
            <a:r>
              <a:rPr lang="en-US" dirty="0"/>
              <a:t>Aggregate several time steps to one – take mean, median or similar. </a:t>
            </a:r>
          </a:p>
          <a:p>
            <a:pPr lvl="1"/>
            <a:r>
              <a:rPr lang="en-US" dirty="0"/>
              <a:t>Sample one of every Y steps – take a step unchanged, lose data. </a:t>
            </a:r>
          </a:p>
          <a:p>
            <a:pPr lvl="1"/>
            <a:r>
              <a:rPr lang="en-US" dirty="0"/>
              <a:t>Domain knowledge thing (e.g. how fast is a “thing” on this sensor). </a:t>
            </a:r>
          </a:p>
          <a:p>
            <a:r>
              <a:rPr lang="en-US" dirty="0"/>
              <a:t>Use datetime library if you need to do date related math. </a:t>
            </a:r>
          </a:p>
        </p:txBody>
      </p:sp>
    </p:spTree>
    <p:extLst>
      <p:ext uri="{BB962C8B-B14F-4D97-AF65-F5344CB8AC3E}">
        <p14:creationId xmlns:p14="http://schemas.microsoft.com/office/powerpoint/2010/main" val="233155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E58B-7914-00EE-E8C1-AD7DF4B6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57C6-B0CD-58BE-F79E-ED41A8D9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215" y="2015732"/>
            <a:ext cx="5757171" cy="3450613"/>
          </a:xfrm>
        </p:spPr>
        <p:txBody>
          <a:bodyPr/>
          <a:lstStyle/>
          <a:p>
            <a:r>
              <a:rPr lang="en-US" dirty="0"/>
              <a:t>Survival functions look like this(–</a:t>
            </a:r>
            <a:r>
              <a:rPr lang="en-US" dirty="0" err="1"/>
              <a:t>ish</a:t>
            </a:r>
            <a:r>
              <a:rPr lang="en-US" dirty="0"/>
              <a:t>) when plotted.</a:t>
            </a:r>
          </a:p>
          <a:p>
            <a:r>
              <a:rPr lang="en-US" dirty="0"/>
              <a:t>Track total up to that point. </a:t>
            </a:r>
          </a:p>
          <a:p>
            <a:pPr lvl="1"/>
            <a:r>
              <a:rPr lang="en-US" dirty="0"/>
              <a:t>How many are left?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53A07-9087-2046-8B74-1A363F0A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3" y="2182113"/>
            <a:ext cx="6071603" cy="31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95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AC16D-4043-CA71-C9C5-FB282683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 Meier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2623E-1C1B-BB5C-D7A7-FC704EA9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900" y="2015732"/>
            <a:ext cx="3746499" cy="3450613"/>
          </a:xfrm>
        </p:spPr>
        <p:txBody>
          <a:bodyPr/>
          <a:lstStyle/>
          <a:p>
            <a:r>
              <a:rPr lang="en-US" dirty="0"/>
              <a:t>This type of plot is a KM curve, and is common in survival. </a:t>
            </a:r>
          </a:p>
          <a:p>
            <a:pPr lvl="1"/>
            <a:r>
              <a:rPr lang="en-US" dirty="0"/>
              <a:t>Y – probability. </a:t>
            </a:r>
          </a:p>
          <a:p>
            <a:pPr lvl="1"/>
            <a:r>
              <a:rPr lang="en-US" dirty="0"/>
              <a:t>X – time scale. </a:t>
            </a:r>
          </a:p>
          <a:p>
            <a:endParaRPr lang="en-US" dirty="0"/>
          </a:p>
        </p:txBody>
      </p:sp>
      <p:pic>
        <p:nvPicPr>
          <p:cNvPr id="4" name="Picture 3" descr="Kaplan–Meier Curve Explained Visually | Survival Analysis Made Easy">
            <a:extLst>
              <a:ext uri="{FF2B5EF4-FFF2-40B4-BE49-F238E27FC236}">
                <a16:creationId xmlns:a16="http://schemas.microsoft.com/office/drawing/2014/main" id="{21987270-6A38-AB80-1D06-66B2D73F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1" y="185375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32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9187-7D21-98E8-B387-2C7C8451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Survival’s Buddy - Hazard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FAFD-0ADB-0554-3FF3-476DDA4CF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7" y="1933904"/>
            <a:ext cx="5464940" cy="4000272"/>
          </a:xfrm>
        </p:spPr>
        <p:txBody>
          <a:bodyPr/>
          <a:lstStyle/>
          <a:p>
            <a:r>
              <a:rPr lang="en-US" dirty="0"/>
              <a:t>We can also think of things in terms of hazard. </a:t>
            </a:r>
          </a:p>
          <a:p>
            <a:pPr lvl="1"/>
            <a:r>
              <a:rPr lang="en-US" dirty="0"/>
              <a:t>How likely is it that the event will happen at this point in time? </a:t>
            </a:r>
          </a:p>
          <a:p>
            <a:r>
              <a:rPr lang="en-US" dirty="0"/>
              <a:t>Hazard function:</a:t>
            </a:r>
          </a:p>
          <a:p>
            <a:pPr lvl="1"/>
            <a:r>
              <a:rPr lang="en-US" dirty="0"/>
              <a:t>H(t) = ( S(t) – S(t-1)) / S(t)</a:t>
            </a:r>
          </a:p>
          <a:p>
            <a:pPr lvl="1"/>
            <a:r>
              <a:rPr lang="en-US" dirty="0"/>
              <a:t>H(t) = F(t)/S(t), F=pdf. </a:t>
            </a:r>
          </a:p>
          <a:p>
            <a:r>
              <a:rPr lang="en-US" dirty="0"/>
              <a:t>Survival = CDF(-</a:t>
            </a:r>
            <a:r>
              <a:rPr lang="en-US" dirty="0" err="1"/>
              <a:t>ish</a:t>
            </a:r>
            <a:r>
              <a:rPr lang="en-US" dirty="0"/>
              <a:t>): cumulative. </a:t>
            </a:r>
          </a:p>
          <a:p>
            <a:r>
              <a:rPr lang="en-US" dirty="0"/>
              <a:t>Hazard = PDF: at this time.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BE862-BC31-1583-54C7-A1EFCB4B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853754"/>
            <a:ext cx="5863918" cy="408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4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C96E-3C96-EDB9-A5ED-A18263C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Usefulness of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23C5-F7C6-18C3-A125-D9916F40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we can use library functions to swap between hazard and survival. </a:t>
            </a:r>
          </a:p>
        </p:txBody>
      </p:sp>
    </p:spTree>
    <p:extLst>
      <p:ext uri="{BB962C8B-B14F-4D97-AF65-F5344CB8AC3E}">
        <p14:creationId xmlns:p14="http://schemas.microsoft.com/office/powerpoint/2010/main" val="198527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A2D7-D919-8C6A-EC20-7524C975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we have formulas…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72B0-9F6C-553D-B0AF-042328ED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If we have formulas for PDF/CDF/whatever, we can calculate the survival/hazard. </a:t>
            </a:r>
          </a:p>
          <a:p>
            <a:pPr lvl="1"/>
            <a:r>
              <a:rPr lang="en-US" dirty="0"/>
              <a:t>There is lots of fancy calculus based stats to use analytical models. </a:t>
            </a:r>
          </a:p>
          <a:p>
            <a:r>
              <a:rPr lang="en-US" dirty="0"/>
              <a:t>In many (and probably most real life) cases we don’t have this. </a:t>
            </a:r>
          </a:p>
          <a:p>
            <a:pPr lvl="1"/>
            <a:r>
              <a:rPr lang="en-US" dirty="0"/>
              <a:t>Data is something like “how long have they been customers at </a:t>
            </a:r>
            <a:r>
              <a:rPr lang="en-US" dirty="0" err="1"/>
              <a:t>Telus</a:t>
            </a:r>
            <a:r>
              <a:rPr lang="en-US" dirty="0"/>
              <a:t>”. </a:t>
            </a:r>
          </a:p>
          <a:p>
            <a:r>
              <a:rPr lang="en-US" dirty="0"/>
              <a:t>Survival analysis often uses estimation from empirical. </a:t>
            </a:r>
          </a:p>
          <a:p>
            <a:pPr lvl="1"/>
            <a:r>
              <a:rPr lang="en-US" dirty="0"/>
              <a:t>Have partially complete data. </a:t>
            </a:r>
          </a:p>
          <a:p>
            <a:pPr lvl="1"/>
            <a:r>
              <a:rPr lang="en-US" dirty="0"/>
              <a:t>Use estimation process to create survival/hazard functions. (KDE-</a:t>
            </a:r>
            <a:r>
              <a:rPr lang="en-US" dirty="0" err="1"/>
              <a:t>ish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Libraries can do most of the hard work for us. </a:t>
            </a:r>
          </a:p>
          <a:p>
            <a:r>
              <a:rPr lang="en-US" dirty="0"/>
              <a:t>In general, we can use library functions to swap between hazard and survival.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76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urvival">
            <a:extLst>
              <a:ext uri="{FF2B5EF4-FFF2-40B4-BE49-F238E27FC236}">
                <a16:creationId xmlns:a16="http://schemas.microsoft.com/office/drawing/2014/main" id="{0173125C-1C8E-9289-373C-1CC0BF16B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169" y="0"/>
            <a:ext cx="7165661" cy="604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08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17B6-2738-51E3-CBE0-325D3E65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Hazard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D3DEB-94AC-6498-5B54-29679766C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0940" y="2015732"/>
            <a:ext cx="5603914" cy="3450613"/>
          </a:xfrm>
        </p:spPr>
        <p:txBody>
          <a:bodyPr/>
          <a:lstStyle/>
          <a:p>
            <a:r>
              <a:rPr lang="en-US" dirty="0"/>
              <a:t>The cumulative hazard function sits ‘between’ the hazard and survival functions mathematically. </a:t>
            </a:r>
          </a:p>
          <a:p>
            <a:r>
              <a:rPr lang="en-US" dirty="0"/>
              <a:t>The “accumulated risk” over time. </a:t>
            </a:r>
          </a:p>
          <a:p>
            <a:r>
              <a:rPr lang="en-US" dirty="0"/>
              <a:t>We don’t really care about it too much.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EA8DF-3DE4-2DCD-69D2-0CCFC4608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754"/>
            <a:ext cx="5450940" cy="478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8C401E-2865-6C2C-A0A9-E68C8B109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354" y="469454"/>
            <a:ext cx="26035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10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3E1B-4E7F-DF5B-C382-C68CCF82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you don’t have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56E7B-445D-E20A-64CF-7C30FAD36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2968021" cy="3450613"/>
          </a:xfrm>
        </p:spPr>
        <p:txBody>
          <a:bodyPr/>
          <a:lstStyle/>
          <a:p>
            <a:r>
              <a:rPr lang="en-US" dirty="0"/>
              <a:t>If we don’t have a model, we need to make one. </a:t>
            </a:r>
          </a:p>
          <a:p>
            <a:r>
              <a:rPr lang="en-US" dirty="0"/>
              <a:t>Data-&gt;model. </a:t>
            </a:r>
          </a:p>
          <a:p>
            <a:r>
              <a:rPr lang="en-US" dirty="0"/>
              <a:t>But first, we need to overcome…</a:t>
            </a:r>
          </a:p>
          <a:p>
            <a:endParaRPr lang="en-US" dirty="0"/>
          </a:p>
        </p:txBody>
      </p:sp>
      <p:pic>
        <p:nvPicPr>
          <p:cNvPr id="4" name="Picture 3" descr="Kaplan-Meier curve – easily explained! - biostatsquid.com">
            <a:extLst>
              <a:ext uri="{FF2B5EF4-FFF2-40B4-BE49-F238E27FC236}">
                <a16:creationId xmlns:a16="http://schemas.microsoft.com/office/drawing/2014/main" id="{B6CC8A5F-2A71-0E8E-6B4F-89EE1EAA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81506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8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FDBB-8B9F-9F83-8FDB-4A9FE4F95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04519"/>
            <a:ext cx="11054854" cy="1049235"/>
          </a:xfrm>
        </p:spPr>
        <p:txBody>
          <a:bodyPr/>
          <a:lstStyle/>
          <a:p>
            <a:r>
              <a:rPr lang="en-US" dirty="0"/>
              <a:t>Censorship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D8DB7-16E8-9974-0901-4E06D0FA5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61097"/>
            <a:ext cx="6710039" cy="3992384"/>
          </a:xfrm>
        </p:spPr>
        <p:txBody>
          <a:bodyPr>
            <a:normAutofit/>
          </a:bodyPr>
          <a:lstStyle/>
          <a:p>
            <a:r>
              <a:rPr lang="en-US" dirty="0"/>
              <a:t>In survival analysis, some events haven’t happened yet. </a:t>
            </a:r>
          </a:p>
          <a:p>
            <a:r>
              <a:rPr lang="en-US" dirty="0"/>
              <a:t>Data points where we don’t have an event are censored. </a:t>
            </a:r>
          </a:p>
          <a:p>
            <a:r>
              <a:rPr lang="en-US" dirty="0"/>
              <a:t>There are different arrangements:</a:t>
            </a:r>
          </a:p>
          <a:p>
            <a:pPr lvl="1"/>
            <a:r>
              <a:rPr lang="en-US" dirty="0"/>
              <a:t>Left censored – event happened before our data. </a:t>
            </a:r>
          </a:p>
          <a:p>
            <a:pPr lvl="1"/>
            <a:r>
              <a:rPr lang="en-US" dirty="0"/>
              <a:t>Right censored (normal) – event happens after our data. </a:t>
            </a:r>
          </a:p>
          <a:p>
            <a:r>
              <a:rPr lang="en-US" dirty="0"/>
              <a:t>This allows us to deal with data of incomplete things. </a:t>
            </a:r>
          </a:p>
          <a:p>
            <a:pPr lvl="1"/>
            <a:r>
              <a:rPr lang="en-US" dirty="0"/>
              <a:t>Something like life expectancy would be impossible/impractical otherwise.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99272-EF63-56D7-30EC-D61C646A1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68" y="0"/>
            <a:ext cx="3782371" cy="2061097"/>
          </a:xfrm>
          <a:prstGeom prst="rect">
            <a:avLst/>
          </a:prstGeom>
        </p:spPr>
      </p:pic>
      <p:pic>
        <p:nvPicPr>
          <p:cNvPr id="6" name="Picture 5" descr="Artists Who Were Banned from Entering Certain Countries 🌍🚫 Even global  superstardom can't always overcome borders, as some of the biggest names in  music have faced travel bans due to legal issues,">
            <a:extLst>
              <a:ext uri="{FF2B5EF4-FFF2-40B4-BE49-F238E27FC236}">
                <a16:creationId xmlns:a16="http://schemas.microsoft.com/office/drawing/2014/main" id="{3E937086-2554-7F8D-3471-355DC4B3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039" y="0"/>
            <a:ext cx="5481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8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F293-F345-F979-FA9F-C748DBFC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436FA-5281-7572-A104-DEF001FDA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91" y="1853754"/>
            <a:ext cx="6007154" cy="4199727"/>
          </a:xfrm>
        </p:spPr>
        <p:txBody>
          <a:bodyPr/>
          <a:lstStyle/>
          <a:p>
            <a:r>
              <a:rPr lang="en-US" dirty="0"/>
              <a:t>KM creates an estimate of survival/hazard functions. </a:t>
            </a:r>
          </a:p>
          <a:p>
            <a:pPr lvl="1"/>
            <a:r>
              <a:rPr lang="en-US" dirty="0"/>
              <a:t>Non-parametric. </a:t>
            </a:r>
          </a:p>
          <a:p>
            <a:pPr lvl="1"/>
            <a:r>
              <a:rPr lang="en-US" dirty="0"/>
              <a:t>Accommodates right censored data. </a:t>
            </a:r>
          </a:p>
          <a:p>
            <a:r>
              <a:rPr lang="en-US" dirty="0"/>
              <a:t>This simple example gets hazard that we can convert. </a:t>
            </a:r>
          </a:p>
          <a:p>
            <a:r>
              <a:rPr lang="en-US" dirty="0"/>
              <a:t>Libraries will get survival directly. </a:t>
            </a:r>
          </a:p>
          <a:p>
            <a:r>
              <a:rPr lang="en-US" dirty="0"/>
              <a:t>We can get the functions from this process. </a:t>
            </a:r>
          </a:p>
          <a:p>
            <a:pPr lvl="1"/>
            <a:r>
              <a:rPr lang="en-US" dirty="0"/>
              <a:t>Once we have functions, we can calculate!</a:t>
            </a:r>
          </a:p>
          <a:p>
            <a:r>
              <a:rPr lang="en-US" dirty="0"/>
              <a:t>There are other estimation methods as well.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039D4-6AD9-E641-9449-5427BE796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44" y="0"/>
            <a:ext cx="558575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63208-8A10-C998-CA80-929D11222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243" y="0"/>
            <a:ext cx="5555362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2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31F6-4C9D-6966-8860-26B23480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 Functions are 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E6C71-0385-1C4F-C42D-3A808B374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2015732"/>
            <a:ext cx="5339854" cy="3450613"/>
          </a:xfrm>
        </p:spPr>
        <p:txBody>
          <a:bodyPr/>
          <a:lstStyle/>
          <a:p>
            <a:r>
              <a:rPr lang="en-US" dirty="0"/>
              <a:t>Out of the other end, we get a hazard function. </a:t>
            </a:r>
          </a:p>
          <a:p>
            <a:r>
              <a:rPr lang="en-US" dirty="0"/>
              <a:t>We can convert to survival as needed. </a:t>
            </a:r>
          </a:p>
          <a:p>
            <a:r>
              <a:rPr lang="en-US" dirty="0"/>
              <a:t>Hazard functions from empirical data are often weird and jagged.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ECDC0-190E-9B46-3CFB-E641A9C7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793"/>
            <a:ext cx="5715000" cy="448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43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F920-1A61-89E7-B209-C53D0460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Super Survivors!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FE72B-8E7A-8E89-5320-80DF49C8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3702920" cy="3450613"/>
          </a:xfrm>
        </p:spPr>
        <p:txBody>
          <a:bodyPr/>
          <a:lstStyle/>
          <a:p>
            <a:r>
              <a:rPr lang="en-US" dirty="0"/>
              <a:t>Survival can be expressed through different views. </a:t>
            </a:r>
          </a:p>
          <a:p>
            <a:r>
              <a:rPr lang="en-US" dirty="0"/>
              <a:t>Since these are mathematically defined, we can calculate one from another. </a:t>
            </a:r>
          </a:p>
          <a:p>
            <a:pPr lvl="1"/>
            <a:r>
              <a:rPr lang="en-US" dirty="0"/>
              <a:t>Libraries will do it for us. </a:t>
            </a:r>
          </a:p>
        </p:txBody>
      </p:sp>
      <p:pic>
        <p:nvPicPr>
          <p:cNvPr id="4" name="Picture 3" descr="Time-to-event (Survival) analysis | by Lh Mohammed | Medium">
            <a:extLst>
              <a:ext uri="{FF2B5EF4-FFF2-40B4-BE49-F238E27FC236}">
                <a16:creationId xmlns:a16="http://schemas.microsoft.com/office/drawing/2014/main" id="{D8FF7B1A-246B-4248-6DD8-9F8B9F3E4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99" y="1872222"/>
            <a:ext cx="5900355" cy="37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4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AAD23-E110-9FDA-156B-429E79FA8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Lifetime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6C3F1-1278-9317-65F7-B821C0041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generate an estimation of remaining lifetime. </a:t>
            </a:r>
          </a:p>
          <a:p>
            <a:pPr lvl="1"/>
            <a:r>
              <a:rPr lang="en-US" dirty="0"/>
              <a:t>Given that you’ve made it this far, how long do you have left? </a:t>
            </a:r>
          </a:p>
        </p:txBody>
      </p:sp>
    </p:spTree>
    <p:extLst>
      <p:ext uri="{BB962C8B-B14F-4D97-AF65-F5344CB8AC3E}">
        <p14:creationId xmlns:p14="http://schemas.microsoft.com/office/powerpoint/2010/main" val="3187493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3FF3-C831-FB6B-6BE6-33E196AC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and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8DBC-D6B5-AE80-5E67-A4262901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853754"/>
            <a:ext cx="6151617" cy="3988246"/>
          </a:xfrm>
        </p:spPr>
        <p:txBody>
          <a:bodyPr>
            <a:normAutofit/>
          </a:bodyPr>
          <a:lstStyle/>
          <a:p>
            <a:r>
              <a:rPr lang="en-US" dirty="0"/>
              <a:t>Survival is, obviously, something where we don’t have all the info. </a:t>
            </a:r>
          </a:p>
          <a:p>
            <a:r>
              <a:rPr lang="en-US" dirty="0"/>
              <a:t>Our survival projections have error. </a:t>
            </a:r>
          </a:p>
          <a:p>
            <a:r>
              <a:rPr lang="en-US" dirty="0"/>
              <a:t>We can show the confidence with CI. </a:t>
            </a:r>
          </a:p>
          <a:p>
            <a:r>
              <a:rPr lang="en-US" dirty="0"/>
              <a:t>We can generate CI via monte </a:t>
            </a:r>
            <a:r>
              <a:rPr lang="en-US" dirty="0" err="1"/>
              <a:t>carlo</a:t>
            </a:r>
            <a:r>
              <a:rPr lang="en-US" dirty="0"/>
              <a:t> processes. </a:t>
            </a:r>
          </a:p>
          <a:p>
            <a:pPr lvl="1"/>
            <a:r>
              <a:rPr lang="en-US" dirty="0"/>
              <a:t>Take the data, resample with replacement, calculate survival. </a:t>
            </a:r>
          </a:p>
          <a:p>
            <a:pPr lvl="1"/>
            <a:r>
              <a:rPr lang="en-US" dirty="0"/>
              <a:t>Do many times, calculate where 99/95/90% of results lie.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FFD3F-A1D1-AE9C-FDD0-38DC8D762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16" y="1493138"/>
            <a:ext cx="5943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39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58FB-586A-C07F-B889-35D9E1C3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Cohort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4E1E-A125-E6EA-17A1-965849055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1578" y="2015732"/>
            <a:ext cx="5793275" cy="3450613"/>
          </a:xfrm>
        </p:spPr>
        <p:txBody>
          <a:bodyPr/>
          <a:lstStyle/>
          <a:p>
            <a:r>
              <a:rPr lang="en-US" dirty="0"/>
              <a:t>These types of lifetime projections are often useful with comparing cohorts. </a:t>
            </a:r>
          </a:p>
          <a:p>
            <a:r>
              <a:rPr lang="en-US" dirty="0"/>
              <a:t>We can do this by splitting data in prep and doing one set of calculations for each cohort. </a:t>
            </a:r>
          </a:p>
          <a:p>
            <a:r>
              <a:rPr lang="en-US" dirty="0"/>
              <a:t>If we are comparing two cohorts, these two seem to be different…. </a:t>
            </a:r>
            <a:r>
              <a:rPr lang="en-US"/>
              <a:t>But are they?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BA802-F08D-E418-0235-3F183453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969388"/>
            <a:ext cx="3810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75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4BC-5708-A415-D43B-7A2C628C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– Log-Rank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3BF6-4F6C-59B7-65B0-293C1997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179" y="2015732"/>
            <a:ext cx="5174179" cy="4037749"/>
          </a:xfrm>
        </p:spPr>
        <p:txBody>
          <a:bodyPr>
            <a:normAutofit/>
          </a:bodyPr>
          <a:lstStyle/>
          <a:p>
            <a:r>
              <a:rPr lang="en-US" dirty="0"/>
              <a:t>A log-rank test is roughly analogous to a hypothesis test for a distribution. </a:t>
            </a:r>
          </a:p>
          <a:p>
            <a:pPr lvl="1"/>
            <a:r>
              <a:rPr lang="en-US" dirty="0"/>
              <a:t>Do these two samples appear to come from the same population. </a:t>
            </a:r>
          </a:p>
          <a:p>
            <a:pPr lvl="1"/>
            <a:r>
              <a:rPr lang="en-US" dirty="0"/>
              <a:t>Null hypothesis: The groups have the same survival function over time.</a:t>
            </a:r>
          </a:p>
          <a:p>
            <a:pPr lvl="1"/>
            <a:r>
              <a:rPr lang="en-US" dirty="0"/>
              <a:t>Alternative hypothesis: At least one group has a different survival function.</a:t>
            </a:r>
          </a:p>
          <a:p>
            <a:r>
              <a:rPr lang="en-US" dirty="0"/>
              <a:t>E.g. are employees quitting this </a:t>
            </a:r>
            <a:r>
              <a:rPr lang="en-US" dirty="0" err="1"/>
              <a:t>McD</a:t>
            </a:r>
            <a:r>
              <a:rPr lang="en-US" dirty="0"/>
              <a:t> for some reason, or just normal turnover?</a:t>
            </a:r>
          </a:p>
        </p:txBody>
      </p:sp>
      <p:pic>
        <p:nvPicPr>
          <p:cNvPr id="4" name="Picture 3" descr="Log Rank Test Hypotheses">
            <a:extLst>
              <a:ext uri="{FF2B5EF4-FFF2-40B4-BE49-F238E27FC236}">
                <a16:creationId xmlns:a16="http://schemas.microsoft.com/office/drawing/2014/main" id="{D6ECC6C6-7F86-40F8-B469-1F2DD1F63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45" y="2185147"/>
            <a:ext cx="6147435" cy="32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7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E7EE-720D-296D-84F9-36CD40C8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700" y="804519"/>
            <a:ext cx="5327154" cy="1049235"/>
          </a:xfrm>
        </p:spPr>
        <p:txBody>
          <a:bodyPr/>
          <a:lstStyle/>
          <a:p>
            <a:r>
              <a:rPr lang="en-US" dirty="0"/>
              <a:t>Log Ranking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2A76-1626-9593-F256-492F61104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894" y="2015732"/>
            <a:ext cx="6520206" cy="4037749"/>
          </a:xfrm>
        </p:spPr>
        <p:txBody>
          <a:bodyPr/>
          <a:lstStyle/>
          <a:p>
            <a:r>
              <a:rPr lang="en-US" dirty="0"/>
              <a:t>We don’t need to worry about implementation of this. </a:t>
            </a:r>
          </a:p>
          <a:p>
            <a:r>
              <a:rPr lang="en-US" dirty="0"/>
              <a:t>Similar in concept to chi2 – diff from expectation. </a:t>
            </a:r>
          </a:p>
          <a:p>
            <a:r>
              <a:rPr lang="en-US" dirty="0"/>
              <a:t>The final p-value check is the same as Chi2:</a:t>
            </a:r>
          </a:p>
          <a:p>
            <a:pPr lvl="1"/>
            <a:r>
              <a:rPr lang="en-US" dirty="0"/>
              <a:t>The difference from expectation is calculated differently. </a:t>
            </a:r>
          </a:p>
          <a:p>
            <a:pPr lvl="1"/>
            <a:r>
              <a:rPr lang="en-US" dirty="0"/>
              <a:t>The idea is identical – quantification of diff. </a:t>
            </a:r>
          </a:p>
          <a:p>
            <a:r>
              <a:rPr lang="en-US" dirty="0"/>
              <a:t>If this big of a difference rarely (low p) happens randomly, then there is probably a difference in the datasets. </a:t>
            </a:r>
          </a:p>
          <a:p>
            <a:r>
              <a:rPr lang="en-US" dirty="0"/>
              <a:t>Other options like </a:t>
            </a:r>
            <a:r>
              <a:rPr lang="en-CA" i="1" dirty="0"/>
              <a:t>Wilcoxon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1FFF9-081F-C832-F354-64C078B1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44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2850-6DB3-9F2A-88FD-6E4D7049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Log-Rank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1DE7-1AEF-2635-5E82-88B42BC5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2015732"/>
            <a:ext cx="5404946" cy="3450613"/>
          </a:xfrm>
        </p:spPr>
        <p:txBody>
          <a:bodyPr/>
          <a:lstStyle/>
          <a:p>
            <a:r>
              <a:rPr lang="en-US" dirty="0"/>
              <a:t>Performing a log-rank test is relatively simple. </a:t>
            </a:r>
          </a:p>
          <a:p>
            <a:r>
              <a:rPr lang="en-US" dirty="0"/>
              <a:t>Assumptions:</a:t>
            </a:r>
          </a:p>
          <a:p>
            <a:pPr lvl="1"/>
            <a:r>
              <a:rPr lang="en-US" dirty="0"/>
              <a:t>Events are independent. </a:t>
            </a:r>
          </a:p>
          <a:p>
            <a:pPr lvl="1"/>
            <a:r>
              <a:rPr lang="en-US" dirty="0"/>
              <a:t>Events over time are similar between groups.</a:t>
            </a:r>
          </a:p>
          <a:p>
            <a:pPr lvl="1"/>
            <a:r>
              <a:rPr lang="en-US" dirty="0"/>
              <a:t>No/low crossing – if which survives better switches after the start, may </a:t>
            </a:r>
            <a:r>
              <a:rPr lang="en-US"/>
              <a:t>lower accuracy. </a:t>
            </a:r>
            <a:endParaRPr lang="en-US" dirty="0"/>
          </a:p>
          <a:p>
            <a:r>
              <a:rPr lang="en-US" dirty="0"/>
              <a:t>We must provide the data as two groups of times and events.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3F0DB-2FCE-FF8B-7C53-CE091344E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845" y="804519"/>
            <a:ext cx="62230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09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C0F8-A5B9-1B8B-0FB8-AC737FB5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–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DFF6-5FAF-AB7F-2F5F-79C4CB2D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noted, there is often specific data preparation needed. </a:t>
            </a:r>
          </a:p>
          <a:p>
            <a:r>
              <a:rPr lang="en-US" dirty="0"/>
              <a:t>This is a good chance to make a prep function. </a:t>
            </a:r>
          </a:p>
          <a:p>
            <a:pPr lvl="1"/>
            <a:r>
              <a:rPr lang="en-US" dirty="0"/>
              <a:t>Input – original data format. </a:t>
            </a:r>
          </a:p>
          <a:p>
            <a:pPr lvl="1"/>
            <a:r>
              <a:rPr lang="en-US" dirty="0"/>
              <a:t>Output – what you need. </a:t>
            </a:r>
          </a:p>
          <a:p>
            <a:pPr lvl="1"/>
            <a:r>
              <a:rPr lang="en-US" dirty="0"/>
              <a:t>Arguments (optional) – can you configure different options to handle more scenarios. </a:t>
            </a:r>
          </a:p>
          <a:p>
            <a:r>
              <a:rPr lang="en-US" dirty="0"/>
              <a:t>This isn’t mandatory (unless specified) but is good practice. </a:t>
            </a:r>
          </a:p>
        </p:txBody>
      </p:sp>
    </p:spTree>
    <p:extLst>
      <p:ext uri="{BB962C8B-B14F-4D97-AF65-F5344CB8AC3E}">
        <p14:creationId xmlns:p14="http://schemas.microsoft.com/office/powerpoint/2010/main" val="698242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D49D-03CB-7D55-2DA3-AE6BC195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I need to Remember?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F1AF-5E31-7404-F6ED-F2A1B092E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workbook contains several examples done by hand, this is for info, use libraries. </a:t>
            </a:r>
          </a:p>
          <a:p>
            <a:pPr lvl="1"/>
            <a:r>
              <a:rPr lang="en-US" dirty="0"/>
              <a:t>Some are slightly simplified, all are more annoying than using premade functions. </a:t>
            </a:r>
          </a:p>
          <a:p>
            <a:pPr lvl="1"/>
            <a:r>
              <a:rPr lang="en-US" dirty="0"/>
              <a:t>You don’t </a:t>
            </a:r>
          </a:p>
        </p:txBody>
      </p:sp>
    </p:spTree>
    <p:extLst>
      <p:ext uri="{BB962C8B-B14F-4D97-AF65-F5344CB8AC3E}">
        <p14:creationId xmlns:p14="http://schemas.microsoft.com/office/powerpoint/2010/main" val="1528431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1CDF-4C42-615F-3534-C70346B9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 to Survive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7D2F-67D7-F96B-6DDC-1C5AA5E0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Survival is relevant in many real-world applications. </a:t>
            </a:r>
          </a:p>
          <a:p>
            <a:r>
              <a:rPr lang="en-US" dirty="0"/>
              <a:t>May need to prep data, but after that most things are easy. </a:t>
            </a:r>
          </a:p>
          <a:p>
            <a:pPr lvl="1"/>
            <a:r>
              <a:rPr lang="en-US" dirty="0"/>
              <a:t>Time/event may not exist in that format in original data – e.g. “end date” needs math. </a:t>
            </a:r>
          </a:p>
          <a:p>
            <a:r>
              <a:rPr lang="en-US" dirty="0"/>
              <a:t>Not critically important to most other topics we need, but may come up…</a:t>
            </a:r>
          </a:p>
          <a:p>
            <a:pPr lvl="1"/>
            <a:r>
              <a:rPr lang="en-US" dirty="0"/>
              <a:t>Put the basics in your toolbox and be ready to expand on details as needed. </a:t>
            </a:r>
          </a:p>
          <a:p>
            <a:pPr lvl="1"/>
            <a:r>
              <a:rPr lang="en-US" dirty="0"/>
              <a:t>The project in the next semester might have some survival relevant stuff…</a:t>
            </a:r>
          </a:p>
        </p:txBody>
      </p:sp>
    </p:spTree>
    <p:extLst>
      <p:ext uri="{BB962C8B-B14F-4D97-AF65-F5344CB8AC3E}">
        <p14:creationId xmlns:p14="http://schemas.microsoft.com/office/powerpoint/2010/main" val="213925194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F5301678C67B498D338CE32F95A14E" ma:contentTypeVersion="15" ma:contentTypeDescription="Create a new document." ma:contentTypeScope="" ma:versionID="eaaf4546f4d1fda2deef56f0b8d50481">
  <xsd:schema xmlns:xsd="http://www.w3.org/2001/XMLSchema" xmlns:xs="http://www.w3.org/2001/XMLSchema" xmlns:p="http://schemas.microsoft.com/office/2006/metadata/properties" xmlns:ns1="http://schemas.microsoft.com/sharepoint/v3" xmlns:ns3="8b56a6db-b632-47f7-ac3d-cb0cb7728168" xmlns:ns4="0f3882ea-2a39-4b1a-8943-2b5857d2b62e" targetNamespace="http://schemas.microsoft.com/office/2006/metadata/properties" ma:root="true" ma:fieldsID="c424594656824f3d98654a7d4d166443" ns1:_="" ns3:_="" ns4:_="">
    <xsd:import namespace="http://schemas.microsoft.com/sharepoint/v3"/>
    <xsd:import namespace="8b56a6db-b632-47f7-ac3d-cb0cb7728168"/>
    <xsd:import namespace="0f3882ea-2a39-4b1a-8943-2b5857d2b6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56a6db-b632-47f7-ac3d-cb0cb77281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3882ea-2a39-4b1a-8943-2b5857d2b62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433788-E2A9-474A-A9AA-7C51D76AEE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419135-506A-4156-B115-5D5FDADAB719}">
  <ds:schemaRefs>
    <ds:schemaRef ds:uri="http://purl.org/dc/elements/1.1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0f3882ea-2a39-4b1a-8943-2b5857d2b62e"/>
    <ds:schemaRef ds:uri="http://purl.org/dc/dcmitype/"/>
    <ds:schemaRef ds:uri="8b56a6db-b632-47f7-ac3d-cb0cb7728168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5F52427-8C17-472B-B062-8A002E8BDA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b56a6db-b632-47f7-ac3d-cb0cb7728168"/>
    <ds:schemaRef ds:uri="0f3882ea-2a39-4b1a-8943-2b5857d2b6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22648</TotalTime>
  <Words>1504</Words>
  <Application>Microsoft Macintosh PowerPoint</Application>
  <PresentationFormat>Widescreen</PresentationFormat>
  <Paragraphs>162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Gill Sans MT</vt:lpstr>
      <vt:lpstr>Gallery</vt:lpstr>
      <vt:lpstr>Housekeeping</vt:lpstr>
      <vt:lpstr>Exam</vt:lpstr>
      <vt:lpstr>Survival and Hazards</vt:lpstr>
      <vt:lpstr>Think CDF</vt:lpstr>
      <vt:lpstr>Think Backwards</vt:lpstr>
      <vt:lpstr>Survival Basics – Survival Function</vt:lpstr>
      <vt:lpstr>Survival Analysis – do We Live?</vt:lpstr>
      <vt:lpstr>Survival Data and Tools</vt:lpstr>
      <vt:lpstr>Get Granular</vt:lpstr>
      <vt:lpstr>Survival Functions</vt:lpstr>
      <vt:lpstr>Kaplan Meier Curve</vt:lpstr>
      <vt:lpstr>Survival’s Buddy - Hazard</vt:lpstr>
      <vt:lpstr>Usefulness of Libraries</vt:lpstr>
      <vt:lpstr>If we have formulas…</vt:lpstr>
      <vt:lpstr>PowerPoint Presentation</vt:lpstr>
      <vt:lpstr>Cumulative Hazard</vt:lpstr>
      <vt:lpstr>If you don’t have formulas</vt:lpstr>
      <vt:lpstr>Censorship</vt:lpstr>
      <vt:lpstr>Kaplan-Meier</vt:lpstr>
      <vt:lpstr>Hazard Functions are the Result</vt:lpstr>
      <vt:lpstr>The Super Survivors!</vt:lpstr>
      <vt:lpstr>Remaining Lifetime</vt:lpstr>
      <vt:lpstr>Confidence Intervals and Simulation</vt:lpstr>
      <vt:lpstr>Cohort Comparisons</vt:lpstr>
      <vt:lpstr>Application – Log-Rank Test</vt:lpstr>
      <vt:lpstr>Log Ranking</vt:lpstr>
      <vt:lpstr>Log-Rank Usage</vt:lpstr>
      <vt:lpstr>Detour – Data Preparation</vt:lpstr>
      <vt:lpstr>What do I need to Remember?</vt:lpstr>
      <vt:lpstr>Drive to Survive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Statistics</dc:title>
  <dc:subject/>
  <dc:creator>Akeem Semper</dc:creator>
  <cp:keywords/>
  <dc:description/>
  <cp:lastModifiedBy>Akeem Semper</cp:lastModifiedBy>
  <cp:revision>62</cp:revision>
  <dcterms:created xsi:type="dcterms:W3CDTF">2021-01-23T18:18:21Z</dcterms:created>
  <dcterms:modified xsi:type="dcterms:W3CDTF">2026-10-26T22:12:22Z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2025-08-20T18:02:00Z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aa14aa5a-087c-4508-a54a-bdc24927626c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