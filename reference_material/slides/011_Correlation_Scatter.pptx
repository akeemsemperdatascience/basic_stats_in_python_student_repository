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74" r:id="rId3"/>
    <p:sldId id="275" r:id="rId4"/>
    <p:sldId id="277" r:id="rId5"/>
    <p:sldId id="281" r:id="rId6"/>
    <p:sldId id="256" r:id="rId7"/>
    <p:sldId id="284" r:id="rId8"/>
    <p:sldId id="257" r:id="rId9"/>
    <p:sldId id="271" r:id="rId10"/>
    <p:sldId id="259" r:id="rId11"/>
    <p:sldId id="258" r:id="rId12"/>
    <p:sldId id="282" r:id="rId13"/>
    <p:sldId id="261" r:id="rId14"/>
    <p:sldId id="262" r:id="rId15"/>
    <p:sldId id="263" r:id="rId16"/>
    <p:sldId id="283" r:id="rId17"/>
    <p:sldId id="264" r:id="rId18"/>
    <p:sldId id="265" r:id="rId19"/>
    <p:sldId id="278" r:id="rId20"/>
    <p:sldId id="270" r:id="rId21"/>
    <p:sldId id="266" r:id="rId22"/>
    <p:sldId id="267" r:id="rId23"/>
    <p:sldId id="268" r:id="rId24"/>
    <p:sldId id="269" r:id="rId25"/>
    <p:sldId id="279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59"/>
    <p:restoredTop sz="96327"/>
  </p:normalViewPr>
  <p:slideViewPr>
    <p:cSldViewPr snapToGrid="0" snapToObjects="1">
      <p:cViewPr varScale="1">
        <p:scale>
          <a:sx n="135" d="100"/>
          <a:sy n="13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3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24575,'-5'78'0,"0"1"0,0 0 0,1-10-1535,-1 11 0,-1 15 0,2-33 1535,4-50 0,0-3 1406,-4-1-1406,3 1 750,-2 3-750,3-2 0,0 2 0,0 19 0,0-16 0,0 54 0,0-51 0,7 81 0,-1-73 0,0 30 0,0 0 0,-1-32 0,-1 76 0,-4-77 0,4 66 0,-3-64 0,6 72 0,-6-68 0,1 26 0,0 1 0,-2-26 0,1 29 0,2 5 0,1-10 0,4 18 0,1 2 0,1 1 0,3-3 0,1-3 0,-2-20 0,8 48 0,-12-66 2449,5 38-2449,-4-32 0,7 20 0,-6-17 0,2 18 0,-3 3 0,-1 19 0,4-1 0,-4-26 0,1 1 0,11 41 0,-8-35 0,1-2 0,11 28 0,-11-29 0,0-5 0,5 0 0,1 38 0,-9-44 0,6 33 0,-5-11-3392,3-5 0,0 1 3392,0-1-2269,7 29 1,-1-3 2268,-7-42-1012,-1 20 1,3 19 0,-4-18 1011,-3-14-677,3 22 1,3 20 0,-3-20 676,-2-23 0,2 17 0,3 18 0,-2-20 0,-1-24 58,5 42 1,-1-2-59,-7-52 370,2 29 0,-1-2-370,-8-32 0,5 30 0,3 2 0,-1-15 0,7 30 0,2 5 0,2 2 0,3 14 0,0 2 0,-2-9-46,-4-15 1,2 12-1,-4-16 46,-2-7-135,7 38 0,-3-3 135,-13-47 0,3 17 0,0 1 0,-6-18 0,1 10 0,1 0 0,-1-13 0,3 19 0,0-1 0,1-21 0,-1 38 0,0 2 0,1-23 0,-2 0 0,0 14 0,-1-9 0,-1 29 0,0-30 0,0 10 0,0-11 2201,-1 19-2201,-5-8 0,-3 14 0,1-17 0,-2-8 0,-4 10 0,-3 17 0,1-18 0,2-18 0,-4 17 0,-4 17 0,4-16 2984,1-10-2984,3 5 0,-4 22 0,1 2 0,4-20 2428,1 14-2428,4-19 0,-2 21 0,-1 8 0,1-6 0,4-21 0,2-17 0,2-1 0,-2 21 0,0 22 0,-1 7 0,1-8 0,1-24 0,2 14 0,-1-5 0,-2 25 0,1-3 0,0-28 0,0-16 0,-4 22 0,-2 21 0,2-20 6023,2-26-6023,-2 11 0,-3 16 0,2-16 135,1-13-135,1 11 0,0 16 0,1-15 674,-1-15-674,4 16 0,1 16 0,1-17 1489,0-15-1489,4 17 0,4 16 0,-2-16 0,-3-15 0,8 46 0,0-2 0,-6-55 0,-2 31 0,1-2 0,-2-42 0,-3 73 0,0-73 0,2 24 0,0 1 0,-1-18 0,0 29 0,2 0 0,1-31 0,0 43 0,0 2 0,2-36 0,2 40 0,-1-1 0,-5-41 0,4 32 0,-1 0 0,-4-39 0,1 24 0,0-2 0,-2-31 0,0 66 0,0-65-1183,0 32 1183,0-38 0,0-4 0,0 3 0,0-2 0,0-1 0,0-1 0,0 1 0,-4 19 0,3-10 0,-2 10 0,3 41 0,0-38 0,-2 38 0,0 3 0,1-29-3196,-1 41 0,0-3 3196,2-48-2138,-5 49 1,-1-2 2137,3-57-813,-10 40 0,-1 0 813,10-42 0,-7 31 0,0 3 0,5-25 0,-2 36 0,0 1 0,-2-29-1160,2 35 0,0-1 1160,3-43 745,-7 44-745,11-69 2689,-3 1-2689,4-1 2497,0 1-2497,0-1 0,-3 1 0,2 3 0,-11 9 0,10-6 5259,-9 5-5259,-9 26 0,8-27 0,-14 29 0,2 3 0,12-25 0,-15 35 0,1 1 0,17-31 0,-12 31 0,-1-1 0,10-31 0,-7 24 0,3 0 0,8-30 0,-15 52 0,18-61 4606,-8 31-4606,8-34 0,2 16 0,-1-7 0,3 5 0,-3 1 0,4 5 0,0-17 0,-4 9 0,3-15 0,-2 4 0,3-5 0,-4-3 0,3 3 0,-3-4 0,8 1 0,-3 6 0,14 22 0,-12-14 0,8 16 0,-7-12 0,1-10 0,7 29 0,-2-32 0,2 20 0,-7-24 0,2 2 0,-2-4 0,7 4 0,-2-6 0,2 9 0,-3-6 0,-1 0 0,1-2 0,-1-3 0,1 0 0,-5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37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1 520 24575,'12'0'0,"-3"0"0,4-4 0,-1-1 0,-2 1 0,2 0 0,8 0 0,-9 3 0,43-7 0,-37 8 0,41-8 0,-23-1 0,25-8 0,-21 7 0,22-9 0,-43 13 0,15-2 0,24-4 0,-6 7 0,33-4 0,10 9 0,-24 5-3392,13 7 0,-1 1 3392,-18-4 0,19 7 0,0 0-4537,-21-3 4537,13 0-1517,-7-5 0,-7-2 1517,-31-5-1015,46-1 1,-2 0 1014,-51-1 0,38-3 0,0 0 0,-38 3 0,40-1 0,0 0 0,-39 2 363,37 0 0,0 0-363,-35 0 2380,70 4-2380,-48 8 0,8 4 0,1 2 0,-2 3 137,13 9 0,-5-2-137,-29-13 911,18 10 1,2 1-912,-2-7 10,43 11-10,-8-17 0,-27-5 0,-9-8 4102,-1-12-4102,22-2 285,-9 0-285,-2 3 0,-7 3 0,-28 6 0,36-6 0,-4 5 0,-8-2 0,15 2 0,0 1 0,-5-2-198,20 4 1,5 0 197,-34 0 0,-2 0 0,18 0 0,-3 0 0,16 0 0,-19 0 0,-6 0 0,-21 0 0,57 0 0,13 0 0,-46 0 0,-2 0 3294,15 1 1,5-2-3295,23 0 0,-10-1 590,-30 1-590,35-7 0,-5 1 0,-53 4 0,25-5 0,3 0 0,-16 4 0,5-1 0,43 1 0,-73 4 0,49 0 0,1 0 0,-45 0 0,56-3 0,1-1 0,-51 2 0,42-8 0,11-3-3392,-34 4 0,-3-1 3392,45-9-2269,-12 6 1,-12 3 2268,-44 8-1517,61-3 0,4-1 1517,-54 5-677,24-1 1,19-1 0,-18 1 676,-27 1 0,28-5 0,21-1 0,-21 1 0,-29 2 0,37-4 0,24-3 0,-21 3 0,-31 5 0,33-3 0,23-2 0,-23 2 0,-31 4 0,28-1 0,22-1 0,-22 2 0,-30 2 559,50 0 0,-1 0-559,-50 0 2583,32 0-2583,-10 0 0,-23-4 0,19 0 0,2 0 0,-11-2 0,42 3 0,-2 2 0,-49 6-558,33 1 1,23 2 0,-21 0 557,-28 0-677,37-1 1,26 1 0,-26-2 676,-36-6 556,24-2 0,21-2 0,-12-3-556,-27-2 0,-2-1 0,29-4 0,9 0 0,-17 4 0,3 2 0,-11 1 0,23-3 0,-11 6 0,14 2 0,-12 1 0,-32 3 0,1 1 492,29 2 1,14 1 0,-8-1-493,-4 0 0,-7 0 0,-2 4 0,1 0 0,16-6 0,-5-1 3275,3 10-3275,2-5 0,19-1 0,-16-1 1827,-42 1 1,0-1-1828,39 2 0,18 1 0,-13-3-612,-24-1 1,3-2 611,7 0 0,19 0 0,7 0 0,-4-1 0,-16 1 0,-16-1 0,-9 1 0,10-2 0,8 0 0,17 0 0,7-1 0,-2 0 0,-14 0 0,-23 1 0,20-1 0,-5-6 0,26-3 0,-2-1 0,-28 2 0,-12-4 0,16-1 0,19-3 0,-18 3 0,-7-1 0,-3 9 0,13 0 0,-13 1 0,7-3 0,5 9 0,17 5 0,-20-2 0,-20 0 0,14 4 0,27 5 0,1 0 0,-23-4 0,6-2 0,-1 4 0,28 7 0,0 0 0,-28-6 0,-6-4 0,-6 2 0,20 4 0,-2 0 0,-23-4 0,-13-6 0,30 2 0,25 3 0,-26-4 0,-36-4 0,40-2 0,27 0 0,-26-1 0,-37 0 0,40-2 0,27-2 0,-27 1 0,-38 3 0,25 0 0,32-2 0,3 1 0,-28 1 0,-3 1 0,-12-2 0,25-2 0,7 0 0,-8 0 0,-26 1 0,4-1 0,-7 1 0,22-1 0,8-1 0,-7 0 0,-23 1 0,10-2 0,-7 3 0,23 0 0,10 1 0,-9-1 0,-22 0 0,17-4 0,-19 4 0,24 0 0,6 0 0,-8 0 0,-24 2 0,8-1 0,-11-1 0,17-3 0,4 0 0,-9 1 0,9 2 0,1-1 0,-14-2 0,7-2 0,3 1 0,1 0-38,4 3 0,0 2 0,3 0 0,7 0 38,-8-2 0,6 0 0,5 0 0,-1 0 0,-4 1 0,-6 0-520,3 1 0,-9 1 0,3 0 0,11 1 520,-10 0 0,13 1 0,8 0 0,2 0 0,0 0 0,-7 1 0,-10-1 0,-16 1-447,0-1 1,-14 0 0,11 3 446,2 0 0,14 1 0,8 2 0,3 0 0,-3 1 0,-7 1 0,-14 1 0,7 5 0,-12 1 0,9 2 0,6 0 0,10 1 0,5 1 0,0 0 0,-8-1-521,-1 0 0,-3 0 0,-3-1 1,-3 0 520,14 3 0,-3-1 0,-5-3 0,-9-5 0,-4-2 0,-18-3 1489,-16-4-1489,39 3 0,-4-2 0,-51-7-781,30-1 1,-4-2 780,-35 0-724,52-27 724,-53 28 0,61-43 0,-59 42-927,62-34 927,-59 37 0,57-19 0,-53 21 0,52-9 0,-56 10 0,26-3 2698,-38 4-2698,3 0 0,-3 0 0,-1 0 0,20-4 0,-15 3 3386,19-3-3386,30 8 5773,-36-3-5773,58 6 0,5 1 2900,-49-5-2900,28 3 0,21 3 0,-21-3 151,-30-4-151,30 2 0,20-1 0,-20 0 0,-28-3 0,26-5 0,19-3 0,-19 2-6784,-26 1 6784,11-3 0,4-3-4537,39-14 4537,-62 16 0,36-13 0,8-1 0,18 3-3034,-15-2 3034,-3 11 0,-10 3 0,-43 7 0,32-5 0,1 0 0,-37 5 0,77-10 0,-39 5 0,3-6 0,5 3 0,-44 5 0,54-12 0,-48 14 594,28-10 0,-2 1-594,-32 8 3623,68-16-3623,-63 13 0,12-6 0,20-4 0,-40 9 5417,44-8-5417,-35 10 4127,31-7-4127,19-1 0,-27 3 0,2 4 0,-5 1 0,-27 4 0,72-3 0,-74 4 0,70 0 0,-69 0 0,62 0 0,-50 0 0,31 0 0,-26 0 0,20-11 0,-33 8 0,31-12 0,-41 14 0,41-7 0,-39 7 0,39-3 0,-41 4 0,15 0 0,-19 0 0,3 0 0,-3 0 0,4 0 0,10 0 0,-10 0 0,44 4 0,-39-3 0,58 14 0,-59-12 0,56 9 0,-56-12 0,56 0 0,-56 0 0,40 0 0,-37 0 0,10 0 0,-13 0 0,-5 0 0,-3 0 0,-1 0 0,1 0 0,-1 0 0,12 0 0,-8 0 0,26 0 0,-28-4 0,43 3 0,-42-3 0,40 0 0,-39 3 0,27-6 0,-27 6 0,12-3 0,-4 0 0,-9 3 0,13-3 0,-15 4 0,4 0 0,-1 0 0,-3 0 0,15-3 0,-13 2 0,13-3 0,-14 4 0,13 0 0,-11 0 0,30-4 0,-27 3 0,12-3 0,-23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24575,'-4'18'0,"0"-2"0,4-7 0,-4 3 0,3 1 0,-3 1 0,8 13 0,-3-15 0,7 31 0,-4-30 0,1 30 0,-1-31 0,-4 16 0,0-19 0,0 0 0,0-5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1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24575,'0'8'0,"0"5"0,0-4 0,0 4 0,0-1 0,0-3 0,0 30 0,0-24 0,0 55 0,0-53 0,-4 37 0,3-43 0,-6 9 0,6-11 0,-3-1 0,4 1 0,0-1 0,0-3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24575,'-5'3'0,"-2"-2"0,2 3 0,0 0 0,-2-3 0,2 6 0,-8-2 0,8 4 0,-33 7 0,27-10 0,-44 10 0,46-12 0,-29 1 0,30-1 0,-8 0 0,9 0 0,2 1 0,-3-1 0,3 0 0,1-3 0,4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24575,'9'0'0,"0"0"0,-1 0 0,1-4 0,-1 3 0,-3-7 0,2 7 0,-2-2 0,23-12 0,-15 11 0,33-15 0,-32 18 0,28-3 0,-29 4 0,33 0 0,-32 0 0,25 0 0,-28 0 0,5 0 0,-8 0 0,1-4 0,-1 3 0,1-3 0,11 4 0,-9 0 0,28 4 0,-29 1 0,27 4 0,-33-5 0,11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4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24575,'0'31'0,"0"-6"0,0-13 0,0 0 0,0 2 0,0 3 0,0 4 0,0-7 0,-4 32 0,3-30 0,-7 42 0,8-45 0,-4 22 0,0-24 0,3 5 0,-3-7 0,4-1 0,0 1 0,0-1 0,-4 1 0,3-1 0,-2 5 0,3-4 0,0 0 0,0-6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24575,'5'-3'0,"3"2"0,-4-3 0,5 4 0,-4-4 0,2 3 0,6-10 0,-3 9 0,29-17 0,-25 16 0,44-20 0,-43 20 0,58-16 0,-47 14 0,67-8 0,-65 9 0,53 0 0,-66 4 0,24 0 0,-30 0 0,15 19 0,-17-11 0,31 43 0,-28-36 0,40 50 0,-40-49 0,40 46 0,-41-52 0,19 28 0,-24-31 0,0 9 0,-4-7 0,0 7 0,0-6 0,0 25 0,-4-25 0,4 16 0,-16 9 0,13-19 0,-31 50 0,25-51 0,-41 43 0,16-33 0,-2 6 0,13-12 0,11-18 0,10 6 0,-9-6 0,6 3 0,-3-8 0,-1 0 0,-11-16 0,5 1 0,-25-30 0,23 27 0,-18-25 0,29 36 0,-10-5 0,15 8 0,1 7 0,1-7 0,7 4 0,-3-1 0,3-3 0,1 7 0,-1-6 0,1 6 0,3-7 0,-2 7 0,10-6 0,-10 6 0,18-7 0,-17 4 0,24-5 0,-23 4 0,16-2 0,-19 6 0,7-3 0,-6 4 0,10 15 0,-10-11 0,21 34 0,-22-29 0,33 34 0,-37-31 0,30 16 0,-29-23 0,10 7 0,-7-7 0,-1-1 0,-3 4 0,10 4 0,-8-5 0,20 16 0,-19-17 0,19 18 0,-25-14 0,17 14 0,-17-13 0,13 8 0,-9-9 0,6-2 0,-7-4 0,-1-4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24575,'0'8'0,"4"-3"0,-4 3 0,12 8 0,-10-5 0,5 9 0,5 27 0,-9-26-8503,15 72 8503,-16-69-231,6 68 231,-8-74-1177,0 55 1177,0-58-124,4 43 124,-3-44 0,3 14 0,-4-25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24575,'14'-5'0,"-6"-3"0,0 7 0,-3-2 0,3 3 0,1-4 0,-1 3 0,8-3 0,-5 4 0,28 4 0,-25-3 0,40 10 0,-40-9 0,44 6 0,-39-8 0,62 3 0,-57-2 0,28 7 0,-1 0 0,-30-6-762,37 10 762,-49-8 0,-1-3-189,1 6 189,-1-6 0,1 3 0,3 0 0,-2-3 0,-2 6 754,7 2-754,-12 0 197,12 7-197,-14-6 0,-5 21 0,3-18 0,-22 30 0,19-31 0,-23 27 0,21-30 0,-14 21 0,10-27 0,-2 12 0,0-10 0,-5 0 0,2-2 0,-12 5 0,16-6 0,-21 9 0,21-10 0,-17 11 0,22-7 0,-6 8 0,12-1 0,0-3 0,-3 26 0,2-20 0,-11 42 0,7-41 0,-4 19 0,5-27 0,4 1 0,0-1 0,-3-3 0,-2 6 0,0-5 0,-3 3 0,-4 6 0,2-12 0,-18 19 0,17-19 0,-9 12 0,11-14 0,1 3 0,3 0 0,5-3 0,9-1 0,0-5 0,3 0 0,1-2 0,-4 6 0,4-3 0,-9 4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4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556 103 24575,'-8'0'0,"-35"-7"0,26 1-4649,-26-2 4649,35 4 0,-35-4 0,26 6-2872,-35-9 1,-3 0 2871,30 7-230,-36-8 0,0 1 230,40 9 0,-52-5 0,61 7 1323,-4 0-1323,21-4 5424,4 3-5424,7-3 4105,13 4-4105,-12 0 0,6 0 0,-19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5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692 155 24575,'-4'4'0,"-1"0"0,-4-4 0,1 0 0,-1 4 0,1-3 0,-1 3 0,1-4 0,-1 0 0,1 0 0,-1 0 0,1 0 0,-1 0 0,-7-8 0,6 6 0,-7-9 0,9 10 0,-1-3 0,1 4 0,-1 0 0,1 0 0,-4 0 0,-2 0 0,1 0 0,-26-8 0,24 6 0,-50-13 0,48 13 0,-33-9 0,39 10 0,-13-6 0,15 6 0,-8-7 0,8 7 0,-19-10 0,16 9 0,-27-13 0,27 13 0,-19-13 0,20 13 0,-5-6 0,8 4 0,-1 3 0,4-6 0,-14-2 0,16 4 0,-13-3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52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24575,'0'18'0,"0"-2"0,0 0 0,0-5 0,0 13 0,0-14 0,-4 29 0,3-21-6784,-10 60 6784,9-55-4537,-10 73 4537,8-77-362,-5 58 362,4-62 0,2 39 0,3-41 0,0 11 0,0-20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5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24575,'8'0'0,"1"0"0,-1 4 0,-3 1 0,3 3 0,-4 4 0,1-2 0,3 10 0,-7-10 0,3 10 0,-4-10 0,3 9 0,-2-8 0,3 5 0,0 0 0,-3-5 0,6 27 0,-2-23 0,4 31 0,-5-34 0,4 20 0,-7-22 0,3 6 0,-4-7 0,3-4 0,-2 2 0,3-2 0,0 0 0,-3 2 0,3-2 0,0 0 0,0-2 0,5-3 0,-1 0 0,1 0 0,-4-3 0,2 2 0,-2-7 0,3 7 0,1-3 0,0 1 0,22-6 0,-17 0 0,44-8 0,-47 8 0,50-11 0,-50 13 0,36-12 0,-36 18 0,13-11 0,-15 11 0,4-3 0,-5 4 0,-3-3 0,3 2 0,-8-3 0,4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5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39:5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24575,'4'9'0,"-3"-1"0,7-3 0,-4 6 0,1-5 0,3 6 0,-4 1 0,1-4 0,10 26 0,-12-21 0,24 48 0,-20-46 0,13 34 0,-15-38 0,2 11 0,-6-13 0,3 10 0,-4-10 0,4 18 0,-3-17 0,7 20 0,-8-19 0,4 23 0,-4-23 0,0 12 0,0-16 0,0 1 0,0-1 0,-4-3 0,4 3 0,-4-4 0,4 5 0,-4 0 0,3 7 0,-3-6 0,4 21 0,0-18 0,0 22 0,0-24 0,0 17 0,0-18 0,0 21 0,0-18 0,-4 29 0,3-28 0,-2 36 0,3-36 0,0 33 0,0-35 0,0 12 0,0-16 0,0 1 0,3-5 0,-2 4 0,3-3 0,-4 3 0,0 1 0,0-5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13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8788 24575,'9'0'0,"-1"0"0,1 0 0,-1 0 0,1 4 0,-1-3 0,1 3 0,-1-4 0,1 0 0,-1 3 0,1-2 0,-1 3 0,-3 0 0,3-3 0,-3 3 0,3-1 0,1-2 0,3 3 0,-3 0 0,15 5 0,-13-4 0,9 3 0,-11-8 0,-1 0 0,1 0 0,0 0 0,-1 0 0,1 0 0,-1 0 0,16 0 0,-12 0 0,23 4 0,-23-3 0,23 6 0,-23-6 0,27 3 0,-27-4 0,27 0 0,-27 0 0,31 0 0,-30 0 0,41 4 0,-38-3 0,45 10 0,-46-9 0,51 5 0,-50-7 0,45 0 0,-46 0 0,39-3 0,-40 2 0,51-3 0,-44 4 0,49-4 0,-51 3 0,47-3 0,-54 1 0,60-2 0,-59 0 0,53 1 0,-52 4 0,36-3 0,-36 2 0,32-3 0,-33 0 0,15 3 0,-20-3 0,1 4 0,-1-4 0,5 4 0,-8-8 0,7 7 0,11-10 0,-9 9 0,36-13 0,-36 13 0,40-10 0,-40 11 0,48-6 0,-46 6 0,42-7 0,-45 7 0,26-3 0,-27 4 0,26-7 0,-24 5 0,36-9 0,-36 10 0,40-3 0,-40 4 0,37-4 0,-38 3 0,26-10 0,-28 9 0,20-10 0,-19 12 0,27-12 0,-26 10 0,30-9 0,-31 10 0,23-10 0,-24 9 0,9-10 0,-11 11 0,3-10 0,-2 9 0,10-13 0,-10 9 0,14-6 0,-14 7 0,14-6 0,-17 5 0,15-6 0,-15 3 0,17-7 0,-14 9 0,18-15 0,-17 15 0,20-13 0,-19 11 0,19-7 0,-16 2 0,17-7 0,-17 11 0,17-13 0,-21 20 0,28-19 0,-26 19 0,34-24 0,-38 20 0,33-21 0,-34 22 0,31-21 0,-30 19 0,17-15 0,-20 13 0,6-2 0,-3 7 0,7-10 0,-6 8 0,14-16 0,-13 16 0,16-20 0,-16 24 0,25-31 0,-24 25 0,23-34 0,-24 30 0,28-33 0,-29 32 0,35-28 0,-35 29 0,32-25 0,-29 25 0,29-26 0,-28 31 0,40-30 0,-39 29 0,43-22 0,-44 24 0,32-19 0,-37 18 0,29-15 0,-30 13 0,20-2 0,-19 7 0,15-10 0,-9 12 0,29-16 0,-26 13 0,51-6 0,-51 7 0,59-2 0,-61 6 0,38-7 0,-42 7 0,12-6 0,-16 6 0,12-7 0,-8 7 0,19-3 0,-8 4 0,26 0 0,-22 0 0,27 0 0,-41 0 0,18 0 0,-21 0 0,10 0 0,-10 0 0,29 8 0,-17-2 0,56 17 0,-46-11-3392,22 4 0,0-1 3392,-29-7-818,33 7 1,-1 0 817,-31-11-199,59 18 199,-67-20 0,25 10 0,-32-11 5875,20 6-5875,-19-2 2405,15 0-2405,-13 2 338,15-2-338,-14 4 0,9-5 0,-15 0 0,4 0 0,3-3 0,-6 6 0,6-6 0,12 7 0,-11-3 0,26 3 0,-27-3 0,12-1 0,-19 0 0,11 0 0,-9 1 0,13-1 0,-14-4 0,14 7 0,-10-5 0,11 10 0,-11-11 0,6 10 0,-11-9 0,7 9 0,-6-10 0,6 7 0,-7-3 0,15 11 0,-13-10 0,28 25 0,-29-23 0,39 31 0,-42-27 0,38 24 0,-36-29 0,18 16 0,-17-21 0,2 9 0,-3-10 0,-1 7 0,1-4 0,3 5 0,-3-1 0,8 5 0,-8-4 0,7 4 0,-10-5 0,9 1 0,-9-1 0,2 1 0,4-5 0,-3 8 0,1-6 0,9 10 0,-13-7 0,14 7 0,-10-10 0,17 17 0,-15-20 0,20 20 0,-22-17 0,6 2 0,-7 0 0,-1-7 0,1 3 0,-1 0 0,1-3 0,3 6 0,-2-2 0,13 3 0,-11 1 0,11-1 0,-13-3 0,2 3 0,-3-7 0,-1 2 0,1-3 0,-4 4 0,2-3 0,2 7 0,0-7 0,11 6 0,-9-6 0,5 3 0,-8 0 0,1-3 0,3 3 0,9-1 0,-6-2 0,16 7 0,-23-3 0,18-1 0,-11 0 0,10 0 0,-3 1 0,3-1 0,-7 0 0,3-4 0,-8 0 0,-1 0 0,1 4 0,-4-3 0,3 3 0,4-4 0,2 0 0,23 7 0,-19-5 0,28 10 0,-40-8 0,20 1 0,-24-1 0,6-4 0,-3 0 0,-1 0 0,4 0 0,-2 0 0,14 4 0,-13-3 0,9 2 0,-4 1 0,-2-3 0,3 3 0,-1-4 0,-6 0 0,6 0 0,-3 0 0,1 4 0,6-3 0,1 6 0,6-6 0,6 7 0,-10-7 0,9 6 0,-13-6 0,17 7 0,-20-7 0,19 3 0,-20-4 0,21 3 0,-16-2 0,24 7 0,-27-7 0,18 3 0,-24-4 0,16 0 0,-16 0 0,28-4 0,-25 3 0,36-3 0,-36 4 0,36 0 0,-36 0 0,40 0 0,-39 0 0,54 0 0,-52 0 0,45 0 0,-49 0 0,30 0 0,-35-4 0,45 3 0,-37-2-6784,73 6 6784,-64-2-1868,45 8 0,1 1 1868,-37-6 0,50 10 0,2-1 0,-51-10-1044,31 3 1,-3-1 1043,-40-5-927,57-8 927,-64 6 0,54-17 0,-51 17 0,55-14 0,-53 12 2449,48-5-2449,-53 4 3523,34-2-3523,-38 2 3425,16-3-3425,-19-5 2180,3 4-2180,-3-4 0,-4 5 0,2 3 1957,-6-2-1957,11-2 0,-10 0 0,20-15 0,-7 5 0,30-18 0,-23 21 0,36-22 0,-47 29 0,31-18 0,-32 14 0,7-1 0,-8 2 0,-2 4 0,-6-1 0,11-11 0,-10 9 0,9-9 0,5-19 0,-8 23-3392,13-29 0,-1-2 3392,-13 25-1755,24-36 0,3-2 1755,-17 29 0,19-31 0,2-4 0,-11 18-1687,10-19 0,1 0 1687,-10 23 0,10-22 0,-2 1 0,-16 26-1018,13-29 1,-1 0 1017,-17 28 0,18-27 0,0 3 0,-17 37 35,20-30 0,1 0-35,-20 32 0,22-29 0,-1 0 0,-25 29 0,29-32 2065,-3-1-2065,19-9 0,-1-6 0,-10 21 0,-5 8 0,-20 21 1035,14-17 0,1-1-1035,-10 14 0,9-12 0,0-2 0,-8 8 0,12-12 0,-3 1 0,-24 21-87,22-19 1,2 0 86,-13 13 0,17-14 0,1-1 0,-7 14 0,17-21 0,0 2 0,-23 28 0,21-25 0,1-3 0,-14 12 0,7-15 0,0-1 0,-11 16-236,5-16 1,-3 0 235,-12 22 0,7-25 0,1-4 0,3-1 0,0-6 0,2 0 0,4 2 0,6-6 0,-1 3 0,-14 21-170,13-8 0,0 2 170,-12 13 0,10-2 0,1-1 0,1-9 0,-3 6 0,-2 0 0,-4-4 0,-6 3 0,-2-1 0,1-9 0,-3 4 0,1-1 0,5-9 0,8-8 0,0 2 0,-12 23 0,18-29 0,-2 5 0,-25 42-856,21-33 0,-1-1 856,-22 29 1243,13-21 0,0-1-1243,-12 8 0,3-10 0,0-3 0,-2-9-1268,1-7 0,-1 1 1268,-2 13 1038,-2-15 0,-1 0-1038,0 26 1113,-2-14 1,-1-3-1114,8-8 0,-5 18 0,-1 0 0,6-17 0,-5 14 0,-1 3 0,-2 12 233,1-7 0,1 1-233,-2 12 0,19-41 0,-10 33 5450,-2 3-5450,13-28 0,-9 13 0,13-34 0,-2 1 0,-13 28 0,-3 11 0,0 3 0,0 3 2006,7-22-2006,17-2-2558,-8 29 0,2-1 2558,16-31-2093,3 19 0,-3 10 2093,-25 27-1167,29-22 1,0 0 1166,-30 21-684,25-13 1,-2 1 683,-29 17 1507,55-43-1507,-58 47 3018,55-45-3018,-46 40 3412,21-16-3412,1 6 0,-22 17 528,17-15-528,-25 20 0,-8-4 2323,1 7-2323,-1-3 0,1 1 0,0 2 0,-1-7 0,4 7 704,-2-7-704,17 0 0,-14 2 0,48-17 0,-27 12 0,57-21 0,-56 17 0,49-13 0,-63 18 0,49-10 0,-47 7 0,20 3 0,-2-9 0,16 5 0,-13-4 3441,17 6-3441,-29 4 88,16 3-88,-2 1-6784,12-12 6784,-27 14-1953,42-25 1953,-52 23-649,53-19 649,-50 22 0,50-11 0,-53 11-3675,63-6 3675,-65 6 2993,69-7-2993,-70 7 1732,51-6-1732,-54 2 0,35 0 0,-37-3 0,49 8 0,-45-4 0,60 4 0,-56 0 0,60 0 0,-59 0 0,62 4 0,-66-4 0,63 8 0,-64-7 0,56 7 0,-49-4 0,62 9 0,-55-4-1774,23 3 0,0 0 1774,-24-1 584,25 5 1,2 0-585,-25-5-737,19 3 1,-1-1 736,-19-2-1354,58 9 1354,-68-11 3083,45 4-3083,-49-5 0,38 4 0,-36-6 0,50 21 0,-52-23 0,29 16 0,0 2 0,-25-12 0,63 28 0,-68-30 0,45 22 0,-46-26 3169,51 30-3169,-24-10 0,2 1 0,0 0 0,5 5 0,10 0 0,-2-3 0,-21-11 0,28 11 0,0 0 0,-35-18 0,22 13 0,-2-2 0,-31-15 0,43 21 0,-52-20 3362,13 2-3362,-13-4 3230,8 8-3230,1-6 0,22 29 0,-22-21 0,36 36 0,-40-40 698,29 32-698,-28-31 0,25 29 0,-19-19-6784,34 38 6784,-36-39-531,38 41 531,-39-39 0,49 49 0,-46-45 0,12 15 0,-1-2 0,-14-22 0,18 37 0,-15-35 0,1 22 0,0-16 0,14 34 0,-19-32 0,22 29 0,-28-28 6521,20 12-6521,-19-16 794,8 8-794,-12-14 0,1 7 0,-1-7 0,-3 7 0,-1 0 0,-4 5 0,3 5 0,-2 10 0,3-8 0,-4 28 0,0-27-6784,8 53 6784,-6-58-338,13 62 338,-9-65 0,6 65 0,-7-60-4425,2 54 4425,-6-68 0,3 25-90,-4-36 90,0 2 0,0-4 4381,0 1-4381,0 3 334,0 5-334,0-2 0,0 1 0,0 11 0,0-13 0,7 40 0,-1-39 0,6 46 0,-7-45 6716,3 34-6716,-3-38 206,-1 19-206,4-16 0,-3 9 0,-1-10 0,4 6 0,-7-10 0,3 14 0,-1-5 0,6 33 0,0-25-6784,11 58 6784,-9-57 0,1 27 0,0-12-4537,5 22 4537,-6-14-1681,16 41 1681,-25-75 2459,25 56-2459,-23-57-897,26 46 897,-26-48 4360,19 36-4360,-18-36 3013,8 25-3013,-5-24 2055,12 32-2055,-1-13 0,22 39 0,-17-29 386,5-2-386,-21-23 0,0-15 165,-7 5-165,3 3 0,0-6 0,-4 5 0,8-6 0,-7 4 1461,7 3-1461,-4 1 0,9 12 0,-4-6 0,15 24 0,-9-13 0,17 27 0,-17-20 0,9 8 0,-14-18 0,-2 1 0,0-10 0,0 7 0,9 4 0,5 14 0,0-14 0,3 25 0,-11-36 0,2 14 0,8 11-6784,-5 4 6784,7-1-1488,-6 12 1488,-11-49 0,8 41 0,-12-40-16,14 52 16,-12-42 0,9 38 0,-7-41 0,-5 22 0,4-27 6040,-7 11-6040,3-13 2221,-4 2-2221,0-3 27,0-1-27,3 8 0,-2-5 0,7 13 0,-7-6 0,6 0 0,-6-2 0,3-12 0,-4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34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9909 24575,'10'-4'0,"1"0"0,-6-1 0,7-7 0,-3 11 0,0-11 0,2 7 0,-9-3 0,13-4 0,-9 2 0,6-10 0,-7 10 0,7-22 0,-11 20 0,18-38 0,-12 39 0,24-50 0,-22 49 0,25-38 0,-26 42 0,11-34 0,-10 32 0,0-40 0,-5 36 0,8-44 0,-10 39 0,13-47 0,-13 46 0,17-42 0,-17 44 0,14-37 0,-15 37 0,6-28 0,-6 34 0,3-24 0,-4 25 0,0-24 0,0 23 0,4-31 0,0 34 0,5-41 0,-4 40 0,6-37 0,-9 35 0,9-27 0,-10 27 0,7-38 0,-7 27 0,6-33 0,-6 35 0,3-37 0,-4 42 0,8-57 0,-6 56 0,13-60 0,-13 60 0,9-48 0,-6 51 0,3-33 0,-3 35 0,6-31 0,-9 30 0,17-45 0,-16 42 0,16-57 0,-17 56 0,13-52 0,-13 53 0,9-22 0,-10 28 0,7-14 0,-3 13 0,3-20 0,-3 19 0,3-19 0,-4 5 0,5 2 0,3-19 0,5 3 0,-6 6 0,11-20 0,-15 41 0,13-22 0,-14 24 0,5-12 0,-6 16 0,0-12 0,2 13 0,-2-6 0,3 7 0,1 2 0,-4-1 0,2 3 0,6-7 0,-3 7 0,17-3 0,-15 4 0,12-3 0,-15 2 0,3-3 0,-3 4 0,-1 0 0,12 0 0,-8 0 0,8 0 0,-4 0 0,-6 0 0,14 0 0,-14 0 0,6 0 0,-7 0 0,-1 0 0,1 0 0,3 4 0,-2-3 0,2 6 0,-3-6 0,-1 3 0,1-4 0,-5 4 0,4-3 0,-3 3 0,11 3 0,-6-1 0,22 14 0,-16-10 0,24 14 0,-24-18 0,15 13 0,-24-13 0,8 3 0,-11-2 0,9-2 0,-4 0 0,7 2 0,-6-2 0,6 4 0,-3 3 0,4-3 0,-3 0 0,-6-1 0,0-8 0,-4 4 0,1 0 0,3-3 0,-7 7 0,6-7 0,-2 6 0,7 2 0,-2-4 0,2 10 0,-3-9 0,-5 7 0,4-9 0,-3 4 0,0-3 0,6 7 0,-5-6 0,6 9 0,0-10 0,2 8 0,-5-5 0,2-3 0,-10 3 0,7-7 0,0 6 0,-2-2 0,6 0 0,-8-2 0,5 1 0,-1-3 0,-3 7 0,3-7 0,-4 2 0,5 1 0,-1-3 0,-3 7 0,3-7 0,-3 6 0,3-6 0,-3 7 0,2-7 0,-2 3 0,0-1 0,2-2 0,-2 3 0,0 0 0,3-3 0,-4 6 0,5-6 0,-1 11 0,1-10 0,-4 9 0,2-10 0,-6 7 0,10-4 0,-9 5 0,10-4 0,-11 2 0,10-2 0,-9 3 0,9 1 0,-6-4 0,0 2 0,-1-2 0,-1 0 0,-2 2 0,7 2 0,-3-3 0,-1 5 0,0-6 0,0-1 0,1 4 0,0-3 0,2 0 0,2 2 0,0-6 0,3 3 0,-3 0 0,0-3 0,7 10 0,-6-9 0,6 5 0,-7-7 0,-5 4 0,8 1 0,-7 0 0,4 2 0,-1-6 0,-4 7 0,9-3 0,-4-1 0,0 4 0,-2-7 0,-2 6 0,4-6 0,-1 3 0,4 4 0,-2-6 0,2 9 0,-3-10 0,-5 7 0,4-7 0,-7 6 0,7-6 0,-7 7 0,6-7 0,-2 2 0,7 1 0,-6 1 0,9 3 0,-9-3 0,2 3 0,7-3 0,-8-1 0,9 4 0,-3-3 0,-4 3 0,3 1 0,-3-5 0,-1 0 0,1 0 0,3 1 0,-2-1 0,2 0 0,-3 0 0,-1-3 0,1 3 0,-1-4 0,-3 4 0,3-3 0,-4 2 0,5-3 0,-4 4 0,2-3 0,-2 3 0,3-4 0,1 4 0,-1-3 0,1 2 0,-4 1 0,2-3 0,6 7 0,-3-4 0,6 1 0,-7 3 0,-1-7 0,1 6 0,-1-6 0,-3 7 0,3-7 0,-4 3 0,5-1 0,-1-2 0,1 7 0,-1-7 0,-3 6 0,3-6 0,-3 3 0,-1 0 0,4-3 0,-3 6 0,7-2 0,-6 4 0,9-4 0,-13 2 0,9-6 0,-10 7 0,7-7 0,-4 2 0,5 1 0,-1 1 0,5 3 0,-4 1 0,7-1 0,-6-3 0,2 3 0,-3-7 0,-5 6 0,4-6 0,1 7 0,0-3 0,7 7 0,-10-3 0,5 0 0,-6-1 0,3-4 0,-3 5 0,3-4 0,-3 2 0,-1-2 0,4 0 0,-3-2 0,3-3 0,1 0 0,-1 4 0,1-3 0,-1 7 0,1-4 0,-4 5 0,6 0 0,-9-1 0,9-3 0,-6-1 0,3-4 0,1 0 0,-4 3 0,6-2 0,-9 7 0,17-3 0,-12-1 0,9 0 0,-12 0 0,4-3 0,-3 3 0,3 0 0,1-4 0,3 8 0,-2-7 0,6 7 0,-7-7 0,4 6 0,-5-6 0,8 7 0,-5-4 0,12 5 0,-12-1 0,20 5 0,-22-4 0,17 4 0,-20-9 0,6 4 0,-3-7 0,-1 6 0,1-6 0,7 7 0,-9-3 0,15 3 0,-15 1 0,13-1 0,-15 1 0,7-4 0,-7-2 0,3-3 0,1 4 0,-1-3 0,-3 7 0,10-4 0,-4 5 0,13 0 0,-6 3 0,11 1 0,-18 0 0,8-4 0,-14-5 0,3-4 0,1 0 0,3 4 0,-6 0 0,13 5 0,-13-4 0,11-2 0,-9-3 0,8 8 0,-9-2 0,12 2 0,-14-4 0,8-4 0,-5 4 0,1-3 0,3 6 0,5 2 0,-3 0 0,14 7 0,-13-6 0,14 2 0,-11-3 0,-1-1 0,-5-3 0,4-1 0,-5 0 0,8-3 0,-13 6 0,9-6 0,2 10 0,-1-5 0,11 6 0,-13-7 0,11 3 0,-11-7 0,14 10 0,-17-9 0,20 6 0,-12-5 0,18 2 0,-17 0 0,8 2 0,-15-6 0,8 3 0,-7 0 0,10-3 0,-10 3 0,11-1 0,-11-2 0,9 3 0,-12-4 0,16 4 0,-15 1 0,15-1 0,-13 4 0,15-3 0,-10 0 0,13 2 0,-13-6 0,9 7 0,-13-7 0,8 6 0,-12-6 0,5 3 0,-8-4 0,1 0 0,0 0 0,-1 0 0,4 0 0,-2 0 0,14 4 0,-5-3 0,10 2 0,-7 1 0,2-3 0,-9 3 0,5-4 0,-11 0 0,3 0 0,1 0 0,0 4 0,0-3 0,15 3 0,-16-4 0,16 0 0,-15 0 0,8 3 0,-7-2 0,6 3 0,-7-4 0,4 0 0,0 0 0,0 4 0,0-3 0,0 6 0,-3-6 0,-2 3 0,0-4 0,5 4 0,-2-3 0,4 6 0,-9-6 0,10 3 0,-10-4 0,14 4 0,-10-3 0,7 7 0,-4-8 0,0 4 0,0 0 0,4-3 0,-7 7 0,2-7 0,1 6 0,8-2 0,-5 0 0,8-2 0,-19-3 0,3 0 0,-3 4 0,3-3 0,2 3 0,3-4 0,0 0 0,4 4 0,-3-3 0,2 2 0,-3-3 0,1 0 0,-5 0 0,3 0 0,-3 0 0,4 0 0,-3 0 0,-2 0 0,0 4 0,9-3 0,-6 3 0,5-4 0,-4 0 0,17 4 0,-11-3 0,17 3 0,-29-4 0,10 0 0,-6 0 0,3 0 0,0 0 0,-4 0 0,7 0 0,25 3 0,-17-2 0,31 7 0,-36-7 0,14 3 0,-14-4 0,6 0 0,-15 0 0,13 0 0,-8 0 0,22 0 0,-12 0 0,15 3 0,-20-2 0,12 3 0,-17 0 0,9-3 0,-14 3 0,6-4 0,-10 0 0,2-4 0,0 3 0,9-7 0,-2 7 0,17-6 0,-12 6 0,17-7 0,-21 7 0,15-6 0,-24 6 0,13-3 0,-15 4 0,4-4 0,-5 3 0,5-6 0,0 6 0,15-11 0,-12 10 0,8-5 0,-15 7 0,-1 0 0,-3-4 0,2 3 0,-2-3 0,7 4 0,-2 0 0,2 0 0,4 0 0,-5 0 0,20 0 0,-19 0 0,20 0 0,-22 0 0,10-3 0,-10 2 0,9-3 0,-4 4 0,9 0 0,-6 0 0,7 0 0,-7 0 0,-1 0 0,-1 0 0,-6 0 0,6 0 0,-3 0 0,4 0 0,4 0 0,-3 0 0,10 0 0,-9 0 0,10 0 0,-11 0 0,7 0 0,-4 0 0,1 0 0,-5 0 0,-4 0 0,-5 0 0,4 4 0,-2-3 0,6 2 0,-3-3 0,4 0 0,0 4 0,4-3 0,-3 3 0,3-4 0,-4 4 0,0-3 0,-4 2 0,-4-6 0,-1 2 0,12-3 0,-8 4 0,12 0 0,-16 0 0,1 0 0,-1 0 0,1 0 0,-1 0 0,1 0 0,-1 0 0,1 0 0,-1 0 0,1-4 0,3 3 0,5-3 0,5 1 0,7 2 0,-6-3 0,9 4 0,-16 0 0,7 0 0,-13 0 0,2 0 0,-3-4 0,-1 3 0,1-3 0,-1 4 0,5 0 0,-4 0 0,7 0 0,-6 0 0,2 0 0,-3 0 0,-1 0 0,1 0 0,7-4 0,-6 4 0,14-8 0,-14 7 0,14-7 0,-14 7 0,6-2 0,-7 3 0,0 0 0,-1-4 0,1 3 0,-1-3 0,1 4 0,-1 0 0,1-4 0,-1 3 0,1-2 0,-4-1 0,2 3 0,-2-7 0,3 4 0,5-5 0,-4 4 0,4 1 0,3-3 0,2 1 0,0-2 0,-2-4 0,-8 10 0,8-13 0,-5 13 0,5-9 0,-7 10 0,-1-7 0,1 7 0,-1-6 0,1 6 0,-1-7 0,8 0 0,-5 2 0,12-9 0,-12 13 0,9-9 0,-15 6 0,18-4 0,-11 1 0,8-1 0,-7 5 0,-5 0 0,1 4 0,-1-4 0,1 3 0,-1-6 0,1 6 0,0-3 0,-1 4 0,4 0 0,-2 0 0,10-4 0,-10 3 0,10-7 0,-10 7 0,2-2 0,-4 3 0,1 0 0,-4-4 0,10-1 0,-8 0 0,5-2 0,-5 6 0,-2-3 0,4 4 0,3-4 0,-3 3 0,4-2 0,-5-1 0,1 3 0,-1-3 0,1 0 0,-1 3 0,1-2 0,3-1 0,-6-1 0,13-4 0,-12 5 0,16-8 0,-12 10 0,12-13 0,-16 10 0,27-12 0,-28 8 0,39-11 0,-35 13 0,29-15 0,-28 19 0,13-16 0,-15 13 0,0-6 0,2 3 0,-5 5 0,2-4 0,0 3 0,-3 1 0,7-12 0,-2 14 0,9-25 0,-8 23 0,13-30 0,-18 26 0,21-35 0,-23 30 0,34-41 0,-33 38 0,41-49 0,-37 49 0,34-50 0,-35 51 0,23-39 0,-25 41 0,22-34 0,-17 34 0,17-26 0,-10 20 0,23-33 0,-23 29 0,35-50 0,-43 55 0,29-43 0,-21 32 0,-4-2 0,20-38 0,-5 3 0,7-7 0,-8 18 0,19-18-6784,-4 12 6784,7-14-3159,7 2 3159,-42 58 0,31-39 0,-26 37 0,2-12 0,8 6 0,-18 4 5220,43-30-5220,-4-4 0,-5 11 0,20-31 0,-51 55 0,43-51 0,-48 54 0,51-47 0,-49 51 4723,27-23-4723,0 6 0,-23 14-6784,53-44 6784,-53 47 0,20-22 0,5-6 0,11-13 0,-1-4 0,-13 11 0,-7 6 0,-20 20 0,20-27 0,11 0 6784,-29 28-6784,30-28 0,2 0 0,-25 26 0,28-25 0,0 2 0,-25 25-3392,20-18 0,-1-1 3392,-25 21 0,44-41 0,-44 28 0,24-25 0,-26 21 0,8-41 0,-18 2 0,4 9 0,-6 8 0,-2 7 1841,-1 28-1841,0-34-5147,3 0 5147,-2 34 0,7-28 0,3-7 0,4-15 0,3-1 0,5-21 0,-20 75 0,8-25 0,-7-5 0,-3 29 0,3-70 0,-4 69 1653,3-29 0,2-7-1653,4-16 0,4-7 0,-4 19-4537,2-2 4537,-9 40-1517,4-32 0,0-1 1517,-6 29-1015,3-27 1,-2 0 1014,-1 24 1149,0-61-1149,0 68 2598,8-56-2598,1 45 0,5-19 0,1-1 0,-3 14 1942,3-28 0,-3-7-1942,-14-26 984,4 50 1,-1-2-985,-14-36 0,-4 12 0,7 42 0,-11-49 0,1 0 6784,16 51-6784,-6-29 0,3 4 0,7 39 0,7-33 0,-1 43 0,10-19 0,-10 18 0,5-8 0,-10 8 0,7 4 0,-7-5 0,6 0 0,-2-3 0,0 3 0,2 0 0,6-17 0,-7 16 0,28-44 0,-24 39 0,36-35 0,-29 34 0,42-28 0,-39 31 0,49-29 0,-56 33 0,59-26 0,-59 28 0,56-31 0,-54 32 0,51-43 0,-50 38 0,57-43 0,-56 40 0,56-32 0,-57 37 0,46-25 0,-48 30 0,36-30 0,-37 29 0,26-36 0,-27 31 0,26-51 0,-24 47 0,32-62 0,-33 67-6784,45-59 6784,-42 56-4537,57-46 4537,-55 48 0,24-16-3034,12 3 3034,-34 17 0,28-14 0,7-5 0,16-8 3034,-1 4-3034,-9-3 0,-8 3 4537,-30 17-4537,38-28 0,1-1 6784,-40 26-6784,32-25 0,-1 1 0,-34 26 0,26-18 0,-1 1 0,-26 19 0,28-19 0,-11 6 0,-20 15 0,39-29 0,-44 30 0,28-23 0,-35 19 0,28-26 0,-24 28 0,28-39 0,-22 38 0,33-54 0,-13 10 0,0 3 0,8-36 0,-32 69-3392,10-29 0,1 0 3392,-8 28-2269,12-30 1,-1 1 2268,-13 29 0,17-34 0,-8 15 0,-11 26 0,23-55 0,-20 56 0,24-61 0,-26 56 0,37-45 0,-37 53 0,38-29 0,-34 30 0,33-16 0,-36 15 0,43-7 0,-7-1 908,-3 6-908,0 0 0,11 11 0,-34 0 0,33 2 0,1 0 0,-32-1-1668,40 9 1,2 2 1667,-36-7-1115,61 23 0,4 1 1115,-50-20-136,39 16 1,26 10 0,-24-8 135,-33-11 0,30 7 0,21 8 0,-27-7 0,-44-10 1014,38 10 1,-2-3-1015,-47-14 3034,20 12-3034,-28-18 4537,-8 3-4537,12 4 6784,-5-6-6784,32 20 0,-28-18 0,35 15 0,-23-10 0,35 8 0,-15 1 0,0-1 0,19 5 0,-1 0 0,-30-10 0,39 13 0,24 7 0,-23-7 0,-34-9 0,20 4 0,18 6 0,-16-5 0,-20-5 0,15 0 0,0 0 0,-17-6 0,6 2 0,-34-12 0,-5 0 0,-3 4 0,18 4 0,-15-2 0,23 5 0,-20-10 0,5 3 0,-7-4 0,-1 0 0,-3 4 0,21 8 0,-16-5 0,44 23 0,-39-21 0,50 37 0,-48-32 0,37 33 0,-46-35 0,26 27 0,-30-27 0,26 38 0,-22-34 0,27 49 0,-26-49 0,29 53 0,-34-53 0,38 54 0,-36-54 0,39 57 0,-35-56 0,40 67 0,-36-65-6784,33 62 6784,-35-65-4256,34 49 4256,-35-50-899,34 43 899,-36-47-531,26 38 531,-24-43 3967,13 28-3967,-15-28 5400,0 11-5400,18 2 0,-22-7 1828,60 38-1828,6 8 1275,-11-9-1275,-2 0 0,-8-6 0,-31-24 0,15 23 0,-3 1 0,-23-26 0,15 63 0,-22-62 0,7 51 0,-7-54 0,14 50 0,-12-48-6784,27 64 6784,-21-60-4537,33 65 4537,-28-68 0,9 31 0,4-9 0,-6 11 0,9-1 0,1 20 0,-23-54 0,18 45 0,-23-46 0,12 12 0,-10 0 0,0 9 0,-1-2 0,-8 20 0,3-41 0,-14 41 0,12-39 0,-16 51 0,13-54 0,-14 68 0,14-65 0,-25 73 0,23-70 0,-31 63 0,30-64 0,-17 63 0,24-62 0,-9 78 0,10-75 0,-1 32 0,0 1 0,2-33-1304,0 75 1304,0-78 0,-4 66 0,3-66 0,1 70 0,1-69-1301,11 31 0,3 0 1301,-10-29 0,17 36 0,2 0 0,-15-38 2602,15 46-2602,-5-11 0,-11-7 0,8 18 0,-13-19 0,-3-35 1304,-3 24-1304,2-22 4537,-7 29-4537,7-28 0,-6 44 0,6-42 0,-3 57 0,4-56 0,0 52 0,0-54 6784,0 24-6784,0-30 0,0 0 0,0-5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40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0 662 24575,'14'-4'0,"-2"3"0,-3-6 0,-1 6 0,1-7 0,33-8 0,-25 8 0,68-18 0,-66 23-3392,37-7 0,2 1 3392,-33 7-2269,37-5 1,-2-1 2268,-39 6-1517,33-7 0,-1-1 1517,-32 7-1015,38-10 1,1 0 1014,-37 9 0,46-10 0,4 1 0,-34 10 0,47-4 0,3-1 0,-32 2 0,6 3 0,13 0 0,-14 0 0,-2-4 0,27 3 0,-3 1 0,-44 2 348,21-3 0,-3 0-348,-33 3 1247,75-3-1247,-81 4 2056,57 0-2056,-60 0 0,53 0 0,-52 0 0,56 0 0,-57 0 3092,46 0-3092,-48 0 0,44 0 0,-43 0 0,46-3 0,-45 2 0,49-7 0,-49 7 3112,53-6-3112,-53 6 2667,31-3-2667,-37 4 1962,18-4-1962,-17 3 1552,17-6-1552,-18 6 0,18-11 0,-17 10 0,16-9 0,-20 6 0,16-3 0,-16 3 0,9-3 0,-8 7 0,-3-6 0,-1 2 0,-12-7 0,2 2 0,-10-10 0,7 14 0,-22-32 0,21 27 0,-32-31 0,34 34 0,-39-30 0,33 32 0,-32-31 0,33 33 0,-10-15 0,14 18 0,1-7 0,-1 7 0,1-6 0,-1 6 0,0-7 0,-10 3 0,7 1 0,-19-8 0,20 10 0,-2-5 0,14 7 0,15 4 0,6 0 0,-3 1 0,31 10 0,-34-8 0,42 9 0,-45-11 0,42 2 0,-44-2 0,57 4 0,-55-5 0,53 8 0,-52-10 0,40 13 0,-40-13 0,29 13 0,-32-13 0,5 9 0,-8-10 0,-3 11 0,3-11 0,5 15 0,-4-15 0,3 11 0,-3-11 0,3 6 0,-6-2 0,5 0 0,-6 2 0,0-2 0,2 4 0,-6-1 0,3 1 0,-8-4 0,3 2 0,-10-2 0,5 3 0,-17 8 0,11-9 0,-27 23 0,26-25 0,-48 41 0,43-40 0,-51 44 0,54-45 0,-50 45 0,49-40 0,-54 40 0,54-36 0,-42 28 0,45-33 0,-22 17 0,28-24 0,-4 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45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2142 0 24575,'-3'3'0,"-2"-1"0,-4 10 0,-3 5 0,3-3 0,-30 37 0,24-30 0,-15 18 0,-2 2 0,5-11 0,-11 19 0,-19 13 0,35-43 0,-21 25 0,1 0 0,20-30 0,-17 23 0,-3 6-6784,-1 4 6784,-3 4-2830,-7 26 2830,43-60-1800,-14 27 0,-2 0 1800,12-24-283,-16 29 0,-2 2 283,9-24 0,-9 19 0,0-2 0,10-19-526,-12 15 0,-1-3 526,17-24 2798,-25 29-2798,-2-11 713,31-16-713,-55 47 0,39-24 0,-5 2 0,4 7 0,20-35 0,-20 35 0,19-33 0,-27 40 0,30-40 0,-21 40 0,23-40 0,-16 44 0,16-43 0,-16 47 0,20-47 0,-19 39 0,15-40 4537,-20 36-4537,15-32 0,-19 41 0,23-40 0,-14 42 0,16-46 0,-6 58 0,7-55 0,-3 71 0,3-63 2843,1 30-2843,-4-43 0,7 2 0,-3-9 0,1 10 0,-2-10 0,0 5 0,-14 13 0,15-11 0,-30 34 0,29-34 0,-21 33 0,20-32 0,-10 36 0,7-36 0,-11 40 0,9-40 0,-12 29 0,16-31 3941,-20 19-3941,20-24 0,-17 20 0,15-20 0,-4 12 0,9-9 0,-4 10 0,7-10 0,-7 6 0,4-11 0,-5 7 0,1-11 0,-1 11 0,1-11 0,-1-5 0,1-2 0,-1-6 0,4 0 0,-14-13 0,16 9 0,-28-34 0,24 31 0,-25-48 0,21 40 0,-17-37 0,18 39 0,-6-19 0,7 33 0,5-8 0,0 14 0,8 0 0,0 1 0,5 4 0,-1-3 0,1 2 0,-1 1 0,1 1 0,3 10 0,-6-5 0,28 29 0,-23-17 0,35 33 0,-34-34 0,23 26 0,-23-31 0,15 27 0,-20-27 0,23 39 0,-21-40 0,33 50 0,-28-50 0,28 43 0,-33-41 0,14 11 0,-19-20 0,1 0 0,3-4 0,-7 8 0,6-7 0,-2 3 0,4-4 0,14-8 0,-10 3 0,10-4 0,5-10 0,-11 15 0,45-30 0,-37 26 0,60-35 0,-58 30 0,20-9 0,-1 1 0,-23 9 0,53-23 0,-60 23 0,26-11 0,-31 17 0,1-6 0,-4 12 0,-4-4 0,1 0 0,3 3 0,-7-3 0,2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4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24575,'0'9'0,"0"-1"0,-4 1 0,3-1 0,-6 12 0,6-8-1723,-3 7 1723,0-10 0,3 0 558,-3-1-558,4 1 0,-4 3 0,0 20 0,-1-14 285,1 13-285,-9 48 0,6-30 0,-6 34 0,0 6 0,3-9-1316,0 8 1,0-2 1315,1-14-633,1-6 0,0-4 633,-2-15 0,2 9 0,0-25 0,3-15 0,0 5 0,2-14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35 24575,'4'-9'0,"1"5"0,3 0 0,-3 0 0,2 3 0,6-6 0,-3 6 0,6-3 0,-7 4 0,3 0 0,-2 0 0,2 0 0,12 0 0,-4 0 0,5 0 0,37 11 0,-42-8 0,60 20 0,-53-17 0,30 14 0,-29-6 0,-3-1 0,-14-5 0,-6 8 0,3-10 0,5 25 0,-4-11 0,7 36 0,-6-36 0,-2 45 0,-11-35 0,1 10 0,-25 2 0,22-29 0,-32 22 0,32-24 0,-29 17 0,26-18 0,-23 10 0,19-14 0,-23 5 0,23-6 0,-38 0 0,35-2 0,-20-3 0,-12 0 0,10 4 0,-14-3 0,20 3 0,21-4 0,-10 0 0,10 0 0,-25-4 0,18-4 0,-46-21 0,38 12 0,-49-26 0,55 35 0,-24-15 0,37 22 0,-1-3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5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154 121 24575,'-27'0'0,"3"0"0,19-4 0,-14-8 0,12 1 0,-9-5 0,0 4 0,14 2 0,-17-6 0,17 7 0,-10-8 0,11 8 0,-2 4 0,3 6 0,0 8 0,0-1 0,0 12 0,0-8 0,0 7 0,0 1 0,0-8 0,3 46 0,-2-40 0,3 28 0,4 12-6784,5 31 6784,-3-14-1802,-1-7 0,-2-10 1802,-6-37 0,6 37 0,-6-23 0,-1-1 0,-1 6 0,-6-1 0,6-28 0,-11 28 0,10-26 4999,-5 15-4999,7-20 5389,-4 4-5389,3-2 0,-7 2 0,8 8 0,-4-8 0,0 15 0,3-17 0,-3 14 0,4-13 0,0 8 0,0-9 0,4 6 0,-3-6 0,3-6 0,0-24 0,0 7 0,1-11 0,-1 21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5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24575,'8'0'0,"5"0"0,-4 0 0,3 0 0,-3 0 0,-1 0 0,1 0 0,7 0 0,-5 0 0,24 0 0,-22 0 0,45 7 0,-42-5 0,38 13 0,-42-13 0,12 6 0,-16-8 0,12 15 0,-8-11 0,4 15 0,-9-15 0,6 12 0,-3-5 0,6 5 0,-7-4 0,11 9 0,-9-9 0,24 33 0,-23-37 0,24 45 0,-25-40 0,9 12 0,-4-10 0,-9-9 0,19 10 0,-18-7 0,15 3 0,-13-7 0,2 3 0,-3-3 0,-1 3 0,1 1 0,-4-1 0,6 4 0,-9-2 0,17 17 0,-16-14 0,16 29 0,-17-28 0,9 36 0,-10-36 0,3 17 0,-4-3 0,-4-19 0,-8 48 0,-6-22 0,3 10 0,-7 1 0,19-33 0,-20 26 0,20-27 0,-12 12 0,14-16 0,-7-3 0,4 6 0,-1-5 0,-3 6 0,0 1 0,2-4 0,-9 3 0,13-3 0,-13-4 0,9-2 0,-10 1 0,7-3 0,-8 7 0,8-7 0,-11 6 0,10-6 0,-14 3 0,14-4 0,-7 0 0,9 0 0,-8 0 0,5 0 0,-20 0 0,19 0 0,-31 0 0,30 0 0,-37-8 0,35 7 0,-39-15 0,40 15 0,-32-11 0,33 11 0,-14-6 0,17 6 0,-6-3 0,7 4 0,0-4 0,-2 3 0,5-3 0,-6 4 0,7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5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24575,'0'8'0,"0"1"0,0-1 0,0 23 0,0-16 0,0 16 0,4 0 0,-3-13 0,6 60 0,-6-54 0,3 68 0,-4-63 0,0 20 0,-15 21-6784,7-4 6784,-8 3-2807,12 27 2807,4-77-1497,8 69 1497,-6-70-1083,13 63 1083,-9-68 4116,2 36-4116,-4-42 3203,-4 9-3203,4-11 2491,0-2-2491,1 5 2361,3-6-2361,-4 13 0,5-9 0,-4 10 0,-1-7 0,-1 11 0,-2-9 0,3 12 0,-4-12 0,0 16 0,0-15 0,0 19 0,0-20 0,8 21 0,-6-21 0,5 17 0,-7-18 0,0 6 0,0-7 0,0 3 0,0-3 0,0 8 0,0-8 0,0 3 0,0-3 0,-4-1 0,3-3 0,-2-1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5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24575,'9'0'0,"-1"0"0,1 0 0,-1 0 0,1 0 0,-4-3 0,2 2 0,9-3 0,-4 0 0,27 3 0,-26-3 0,18 1 0,-21 2 0,2-3 0,-4 4 0,9 0 0,-11-4 0,9 3 0,-2-3 0,-3 4 0,48-11 0,-39 8 0,65-12 0,-70 10 0,39-3 0,-46 3 0,13 1 0,-11 4 0,-1 0 0,-3-4 0,3 3 0,-7-2 0,2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2T15:40:5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24575,'8'0'0,"1"0"0,-1 0 0,1 0 0,0 0 0,-1 0 0,1 0 0,-1 0 0,8 0 0,-5 0 0,5 0 0,-8 0 0,1 0 0,-1 0 0,8-3 0,-5 2 0,5-3 0,23 0 0,-23 3 0,68-6 0,-64 6 0,76-7 0,-77 7 0,54-6 0,-59 6 0,21-3 0,-25 4 0,2 0 0,-3 0 0,-5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59:34.945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1 16383,'0'99'0,"0"1"0,0 0 0,0 0 0,0-1 0,0 1 0,0 0 0,0 0 0,0-1 0,0 1 0,0 0 0,0 0 0,0-1 0,0 1 0,0 0 0,0 0 0,0-1 0,0 1 0,0 0 0,0-1 0,0 1 0,0 0 0,0 0 0,0-1 0,0 1 0,0 0 0,0 0 0,0-1 0,0 1 0,0 0 0,0 0 0,0-1 0,0 1 0,0 0 0,0 0 0,0-1 0,0 1 0,0 0 0,0 1 0,0 1 0,0 0 0,0 1 0,0 1 0,0 1 0,0-1 0,0 1 0,0 0 0,0 0 0,0 1 0,0-2 0,0 1 0,0-1 0,0 0 0,0-1 0,0 0 0,0-1 0,0-1 0,0-2 0,0 0 0,0-1 0,0-2 0,0-1 0,0-2 0,0-2 0,0-1 0,0-2 0,0-2 0,0-2 0,0-2 0,0-2 0,0-3 0,0-2 0,0 38 0,0-5 0,0-5 0,0-5 0,0-3 0,0-4 0,0-2 0,0-2 0,0 0 0,0-1 0,0 1 0,0 1 0,0 2 0,0 10 0,0 1 0,0-1 0,0 0 0,1 0 0,-1-2 0,0 0 0,0-2 0,1-1 0,-1-2 0,1-2 0,0 4 0,-1-3 0,1 0 0,0-3 0,1 0 0,-1-2 0,0-1 0,1 0 0,0-2 0,1 12 0,0-1 0,0-1 0,0-2 0,1-2 0,0-1 0,0-2 0,0 2 0,1-1 0,1-3 0,-1-1 0,1-2 0,0-2 0,3 19 0,0-3 0,0-3 0,1-4 0,1 8 0,-1-4 0,2-8 0,1 3 0,0-8 0,-1-17 0,-2-5 0,7 28 0,-4 2 0,-3 7 0,-2 2 0,-4-11 0,-1-23 0,-3-23 0,0-20 0,0-16 0,0-22 0,0 7 0,-2-14 0,-2 11 0,2 7 0,-2-2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59:36.444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0 260 16383,'70'0'0,"-1"0"0,0 0 0,16 0 0,8 0 0,8 0 0,9 0 0,-34 0 0,4 0 0,5 0 0,3 0 0,4 0 0,2 0 0,1 0 0,3 0 0,0 0 0,-7 0 0,2 0 0,2 0 0,2 0 0,2 0 0,1 0 0,1 0 0,2 0 0,0 0 0,2 0 0,0 0 0,0 0 0,-14 0 0,0 0 0,1 0 0,1 0 0,1 0 0,0 0 0,1 0 0,1 0 0,0 0 0,1 0 0,1 0 0,-1 0 0,1 0 0,1 0 0,-1 0 0,1 0 0,-5 0 0,1 0 0,0 1 0,1-1 0,0 0 0,1 0 0,0 0 0,1 0 0,-1 0 0,1 0 0,0 0 0,1 0 0,-1 0 0,0 0 0,0 0 0,0 0 0,0 0 0,0-1 0,0 1 0,1 0 0,0 0 0,-1 0 0,1 0 0,0 0 0,0-1 0,0 1 0,0 0 0,0 0 0,0 0 0,0-1 0,0 1 0,0 0 0,0-1 0,-1 1 0,1 0 0,0-1 0,-2 1 0,1-1 0,0 1 0,-1-1 0,1 0 0,0 1 0,-1-1 0,1 0 0,-1 1 0,1-1 0,-1 0 0,0 0 0,0 1 0,1-1 0,-2 0 0,1 0 0,0 1 0,-1-1 0,4 0 0,0 0 0,0 0 0,0 1 0,-1-1 0,1 0 0,-1 0 0,1 0 0,-1 0 0,0 1 0,0-1 0,0 0 0,-1 0 0,1 0 0,-1 0 0,0 1 0,0-1 0,3 0 0,0 0 0,0 0 0,-1 0 0,1 0 0,-1 1 0,1-1 0,-1 0 0,-1 0 0,1 0 0,-1 0 0,1 1 0,-1-1 0,-1 0 0,1 0 0,-1 1 0,3-1 0,-1 0 0,1 1 0,-1-1 0,0 1 0,-1-1 0,1 1 0,-1-1 0,0 1 0,0-1 0,-1 1 0,1 0 0,-1-1 0,0 1 0,1 0 0,-3 0 0,0-1 0,0 1 0,-1 0 0,1 1 0,0-1 0,-1 0 0,0 0 0,0 0 0,0 0 0,0 0 0,-1 0 0,0 0 0,-1 0 0,1 0 0,2 0 0,-1-1 0,0 1 0,0 0 0,0-1 0,0 1 0,-1 0 0,0-1 0,0 1 0,-1-1 0,0 0 0,0 1 0,0-1 0,-1 0 0,3 1 0,0-1 0,0 0 0,-1 0 0,1 0 0,-2 0 0,1 0 0,-1 0 0,0-1 0,0 1 0,-1 0 0,1-1 0,-1 0 0,4 0 0,-1 0 0,1 0 0,-1 0 0,0 0 0,-1-1 0,0 1 0,0-1 0,0 1 0,-1-1 0,0 0 0,-1 0 0,4 0 0,0 0 0,0 0 0,-1 0 0,-1-1 0,1 1 0,-2-1 0,1 1 0,-1-1 0,0 1 0,-1-1 0,5 1 0,-1-1 0,0 0 0,0 0 0,-1 0 0,-1 0 0,0 0 0,0 0 0,-1 0 0,-1 0 0,4 0 0,-1 0 0,-1-1 0,0 1 0,0 0 0,-2 0 0,0 0 0,-1 0 0,0 0 0,3 1 0,0-1 0,-2 1 0,0 0 0,0 0 0,-2 0 0,0 1 0,-1-1 0,6 0 0,-1 1 0,-1-1 0,0 1 0,-2 0 0,0 0 0,-1 1 0,7-1 0,-1 1 0,0 0 0,-2 0 0,-1 1 0,-2-1 0,6 1 0,-1 0 0,-2 0 0,-2 0 0,-3 0 0,8 1 0,-2 1 0,-3-1 0,-5 2 0,6 0 0,-4 2 0,-7 0 0,8 3 0,-8 1 0,-19 0 0,-7 1 0,14 3 0,-32-5 0,-17-1 0,-6-2 0,-3-1 0,-6-3 0,-2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59:48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4095 24575,'0'-42'0,"2"-44"0,4 14 0,4-9 0,-1 13 0,3-4 0,1 1 0,0 0 0,2 0 0,0 1 0,1 1 0,1 2 0,-1 1 0,3-16 0,-1 4 0,-3 12 0,0 2 0,-1 3 0,0 3 0,-2 7 0,0 2 0,13-39 0,-4 19 0,-2 15 0,1 8 0,5-5 0,13-13 0,16-18 0,-22 37 0,2-2 0,2-1 0,0-1 0,0 1 0,-1 1 0,-1 1 0,-1 1 0,2-4 0,1 0 0,5-6 0,1-1 0,8-9 0,2-1 0,8-10 0,2-1 0,-20 25 0,1 0 0,0-1 0,0 0 0,1 0 0,-1 0 0,19-22 0,-1 1 0,-4 7 0,-1 3 0,-3 3 0,-1 3 0,-4 7 0,1 3 0,-2 2 0,0 3 0,0 1 0,0 2 0,0 4 0,0 3 0,-1 2 0,-1 2 0,1 2 0,1 3 0,-1 3 0,1 1 0,-1 1 0,1 1 0,47-13 0,-1 2 0,-44 17 0,0 2 0,2 1 0,0 1 0,3 2 0,0 2 0,0 1 0,1 2 0,1 0 0,1 0 0,2 1 0,0 0 0,0 0 0,2 0 0,2 0 0,2 0 0,1 0 0,1 1 0,2 1 0,0 2 0,2 2 0,0 2 0,4 4 0,0 3 0,4 6 0,-1 3 0,1 3 0,0 3 0,5 5 0,0 3 0,-6-1 0,-2 2 0,-1 0 0,-1 2 0,1 2 0,-1 1 0,-1 1 0,0 2 0,3 5 0,0 1 0,0 3 0,-1 2-339,1 3 1,0 3 338,-24-18 0,0 1 0,1 2 0,6 6 0,0 2 0,2 2-539,5 9 0,1 2 0,1 4 539,-11-12 0,0 3 0,1 2 0,-1 0 0,4 6 0,0 1 0,1 1 0,-2 0 0,-3-3 0,0 1 0,0-1 0,-2 0 0,-4-6 0,0 0 0,-2-1 0,0-1 0,9 13 0,-1-1 0,-1-1 0,-4-5 0,-1-2 0,0 1 0,2 4 0,1 1 0,5 8 0,-16-18 0,3 6 0,3 3 0,0 2 0,-1-1 0,-2-4 0,2 2 0,-2-3 0,-1 0 0,2 1 0,1 3-323,2 3 0,2 4 1,2 2-1,-1-1 1,-1-4-1,-4-6 323,3 2 0,-3-5 0,-1-4 0,0-2 0,11 10 0,1-3 0,-2-4-214,-6-10 1,0-3 0,1 1 213,5 6 0,2 0 0,0 2 0,3 3 0,-1 0 0,1 1 0,-3 0 0,0 0 0,-1-2 0,-5-3 0,-1-2 0,-2-2 266,11 14 1,-3-4-267,-10-9 0,-2-2 718,-1-2 0,-1 0-718,-2-1 0,1 1 1046,1 5 1,1 1-1047,1 4 0,-1 0 404,-2-1 0,-1-1-404,-4-6 0,-2-3 0,22 28 0,-20-34 0,-15-22 0,-8-12 0,-2-4 0,-1-1 0,-1-1 0,-1-2 0,-1-3 0,-2-1 0,-1 2 0,-2 0 0,2 0 0,0-2-1696,-1-3 0,-2 1 0,-2-1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59:52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4254 1 24575,'0'20'0,"0"11"0,0 15 0,0 25 0,0 25 0,-3-37 0,-1 2 0,-4 10 0,-2 2 0,-3 5 0,-4 0 0,-3 3 0,-1-1 0,-2-4 0,0-4 0,2-9 0,0-4 0,-15 32 0,4-17 0,-1 3 0,11-30 0,-1 3 0,-4 7 0,-3 4 0,-7 10 0,-3 2 0,-9 10 0,-2 2 0,16-29 0,-1 0 0,-1 0 0,-1 0 0,-2-1 0,0-2 0,-17 18 0,0-5 0,6-12 0,0-4 0,3-7 0,1-4 0,-32 17 0,7-13 0,3-6 0,-2 0 0,-1 3 0,3 3 0,3 0 0,4 1 0,1 0 0,2-1 0,2-1 0,2-3 0,3-2 0,3-1 0,1-1 0,-2 7 0,-8 10 0,-11 12 0,32-29 0,-2 2 0,-2 0 0,0-1 0,1 1 0,1-1 0,-36 30 0,9-5 0,8-7 0,7-8 0,8-7 0,3-7 0,2-3 0,-2-4 0,-5-2 0,-7-1 0,-7-2 0,-10 0 0,-12 2 0,-9-2 0,-6-3 0,-3-3 0,1-5 0,0-4 0,0-2 0,2-3 0,7 0 0,12 0 0,12 0 0,15 0 0,13 0 0,10 0 0,11 0 0,3 0 0,5 0 0,-1 0 0,1 0 0,5 0 0,-1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05.0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5346 24575,'0'-20'0,"0"2"0,1 0 0,1 3 0,1-12 0,3-5 0,-2 0 0,0 3 0,-2 11 0,-2 3 0,0-1 0,0-1 0,0-1 0,0 0 0,0 0 0,1 5 0,1 2 0,2 3 0,-1 1 0,-2 0 0,3-2 0,1-2 0,1-4 0,3-3 0,1-4 0,3-5 0,3-7 0,2-4 0,0 0 0,2 4 0,-1 7 0,-2 7 0,-1 4 0,-3-2 0,3-4 0,3-5 0,3-3 0,1-3 0,2 0 0,6-4 0,7-10 0,10-11 0,7-8 0,3-2 0,0 3 0,-5 10 0,-3 7 0,-2 7 0,2 4 0,5 0 0,8-1 0,6-1 0,4 0 0,4 1 0,-1 3 0,-3 1 0,-7 5 0,-8 3 0,-4 2 0,5-1 0,14-7 0,11-4 0,7-2 0,3 2 0,-8 6 0,0 2 0,0 2 0,1 0 0,2 1 0,-4 1 0,-7 2 0,-9 3 0,-11 3 0,-5 4 0,0 2 0,10 3 0,11-1 0,15-1 0,8 3 0,-1 0 0,-3 4 0,-1 2 0,1 0 0,-42 0 0,-1 0 0,2 0 0,-1 0 0,49 0 0,-9 0 0,-11 0 0,-8 0 0,-4 0 0,4 2 0,12 1 0,10 2 0,-42-2 0,1 0 0,2 0 0,0 0 0,0 0 0,0 1 0,1-1 0,1 0 0,-1 1 0,0 0 0,2 0 0,0 0 0,2-1 0,-1 1 0,-3 0 0,-1 1 0,-1 0 0,-3 0 0,40 3 0,-14 1 0,-9-3 0,-10-2 0,-4-2 0,-4-2 0,-8 0 0,-7 0 0,-10-2 0,-7-5 0,2-6 0,5-9 0,7-6 0,11-9 0,11-14 0,16-12 0,-31 28 0,1-1 0,0 0 0,-1 1 0,32-25 0,-16 9 0,-13 11 0,-8 5 0,-8 6 0,0 1 0,-5 0 0,-1 1 0,-1-3 0,1-4 0,3-8 0,4-9 0,4-3 0,5-3 0,8-6 0,1-2 0,2-1 0,-4 2 0,-8 8 0,-1 2 0,2-3 0,13-15 0,-19 29 0,2-2 0,7-6 0,1-2 0,3-2 0,0-1 0,2 0 0,0-1 0,0 0 0,1 1 0,-4 3 0,1 2 0,-1 2 0,0 2 0,-2 3 0,-1 2 0,-1 2 0,0 0 0,-1 2 0,1 0 0,-1 2 0,0 0 0,34-30 0,-5 5 0,-27 26 0,0 2 0,14-10 0,6-1 0,-26 27 0,-2 3 0,0 2 0,3-2 0,0 1 0,-4 3 0,-2 1 0,-1 3 0,3-1 0,4-3 0,4-2 0,5-2 0,0-1 0,-2 2 0,0-1 0,1 0 0,4-3 0,13-5 0,11-5 0,11-3 0,9 0 0,0 2 0,-1 3 0,-3 3 0,0 0 0,0-3 0,-2-2 0,-3-1 0,-14 4 0,-14 5 0,-14 8 0,-10 5 0,-4 2 0,-3 2 0,-2 0 0,-1 1 0,0 1 0,-1 0 0,0 0 0,-4 0 0,-1 0 0,-3 0 0,-2 0 0,-1 0 0,2 1 0,-3 2 0,-2 2 0,-2 2 0,-2-3 0,0-2 0,0-5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17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24575,'15'0'0,"13"0"0,14 0 0,14 0 0,10 0 0,5 0 0,14 0 0,2 0 0,-4 0 0,-8 2 0,-14 4 0,5 5 0,7 3 0,11 3 0,13 3 0,-46-10 0,2 1 0,0 0 0,0 1 0,-3-1 0,-1 1 0,38 12 0,-7 3 0,-2 1 0,7 2 0,-39-13 0,2 0 0,6 2 0,1 2 0,4 3 0,1 1 0,6 5 0,1 1 0,3 3 0,0 2 0,0 2 0,-1 2 0,-1 2 0,-1 2 0,-3 0 0,-2 3 0,0 5 0,-3 2 0,-5 1 0,-3 1 0,-3 3 0,-3 0 0,-4 0 0,-4 1 0,-5-7 0,-2-1 0,-2-6 0,-2-2 0,14 22 0,-7-20 0,2-9 0,8 3 0,19 8 0,16 9 0,-35-24 0,1 1 0,1 2 0,-1 1 0,-2 1 0,-2 1 0,-4 0 0,-1 0 0,-2 0 0,-2 0 0,26 36 0,-9-6 0,-4-10 0,-4-8 0,5-2 0,5 1 0,4 1 0,2 0 0,-2-2 0,-1-1 0,0 3 0,-3-3 0,-5-4 0,-7-6 0,-7-7 0,-1-1 0,10 7 0,18 17 0,14 13 0,-31-27 0,1 2 0,-1 1 0,0 1 0,-4-5 0,-1-2 0,24 30 0,-15-18 0,-8-8 0,-3 2 0,3 7 0,2 5 0,-2 4 0,1 5 0,2 10 0,2 14 0,-19-41 0,-1 0 0,18 42 0,-9-20 0,-9-23 0,-5-17 0,-1-10 0,3-2 0,9 6 0,8 5 0,4 1 0,-4-2 0,-9-8 0,-9-7 0,-1-2 0,2 3 0,9 7 0,8 10 0,6 7 0,-2 5 0,-1 3 0,-1 2 0,-1 2 0,7 7 0,8 6 0,7 7 0,7 2 0,-1-6 0,0-5 0,-2-9 0,-8-8 0,-9-9 0,-13-10 0,-11-6 0,-5-3 0,-1 1 0,-1-1 0,-1 0 0,-1-1 0,0-3 0,0 0 0,1-4 0,-2-1 0,-3-2 0,-2-2 0,0 1 0,0 2 0,-4-3 0,1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0.909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48 0 16383,'0'66'0,"0"-1"0,0 23 0,0 7 0,0-10 0,0 4 0,0 4 0,0-14 0,0 2 0,0 2 0,0 0 0,0 1 0,0 1 0,0 0 0,0-1 0,0-3 0,0 1 0,0-2 0,0-1 0,0 17 0,0-3 0,0-2 0,-1-10 0,0-1 0,0-3 0,-1-6 0,0-3 0,-1-2 0,0 19 0,-2-6 0,1-14 0,-1-4 0,-2 25 0,2-26 0,2-11 0,1-4 0,1-9 0,1-7 0,-1-13 0,1-9 0,-2-4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2.33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242 1 16383,'67'0'0,"31"0"0,-29 0 0,4 0 0,5-1 0,1 2 0,1 1 0,-3 4 0,-10 2 0,-5 6 0,-10 8 0,-4 7 0,24 36 0,-32 3 0,-20-6 0,-18-16 0,-2-2 0,0-3 0,0-2 0,-5 0 0,-18 18 0,-3-14 0,-7 3 0,-10 11 0,-4 2 0,-9 6 0,-1 0 0,1-5 0,1-4 0,12-12 0,1-5 0,-23 15 0,3-21 0,-17-3 0,28-11 0,-1 0 0,-5 2 0,0 0 0,4 0 0,3 0 0,-29 11 0,28-11 0,20-10 0,11-7 0,6-4 0,4-2 0,4 2 0,4-2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3.626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8 0 16383,'0'84'0,"0"0"0,0-11 0,0 4 0,0 5 0,0-4 0,0 3 0,0 3 0,0 2 0,0 9 0,0 3 0,0 2 0,0 0 0,0-17 0,0 1 0,0 0 0,0-1 0,0 0 0,0 13 0,0-2 0,0 0 0,0-1 0,0-5 0,0 0 0,0-2 0,0-3 0,0 8 0,0-5 0,0-5 0,-1 6 0,0-10 0,-1 17 0,0-81 0,1-22 0,0-14 0,1-10 0,0 13 0,0 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5.242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178 1 16383,'75'3'0,"0"-1"0,10 9 0,2 5 0,-22-3 0,2 3 0,-2 3 0,30 14 0,-5 5 0,-13 0 0,-7 7 0,-8 12 0,-5 7 0,-5 13 0,-6 7 0,-18-21 0,-4 4 0,-2 1 0,-1 7 0,-1 3 0,-4-1 0,-4-1 0,-2-1 0,-3 1 0,0-2 0,-3 0 0,0-1 0,-1-4 0,-2-1 0,0-1 0,-2 23 0,-2-5 0,-1-16 0,-2-5 0,-8 31 0,-4-34 0,-1-21 0,-5-8 0,-5-4 0,-4-2 0,-3-7 0,-5-7 0,-18-4 0,-26 1 0,31-2 0,-3 2 0,-5 0 0,-1 2 0,3 0 0,1-1 0,7-1 0,3 0 0,-26 3 0,23-7 0,17-3 0,10-2 0,3 0 0,2 0 0,-1 0 0,-6-1 0,-4-4 0,-8-2 0,-2-3 0,2-2 0,1-1 0,5 0 0,1 0 0,5 0 0,8 1 0,5 2 0,9 5 0,3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6.725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58 1 16383,'0'84'0,"0"-28"0,0 5 0,0 14 0,0 4 0,0 7 0,0 1 0,0-5 0,0-2 0,0-9 0,0-4 0,0-10 0,0-5 0,0 27 0,0-26 0,0-23 0,0-11 0,0-3 0,0-4 0,0-1 0,0-3 0,0 0 0,0 1 0,0 1 0,0 3 0,0 4 0,0 8 0,0 17 0,0 23 0,0 20 0,-2 13 0,-1-3 0,-3-6 0,0-6 0,0-1 0,-1-3 0,1-8 0,-1-13 0,3-16 0,0-13 0,1-11 0,1-9 0,1-4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7.891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8 16383,'96'-4'0,"-40"2"0,2 0 0,12 2 0,3 0 0,3 0 0,0 0 0,-5 0 0,-1 0 0,-9 0 0,-4 0 0,26 0 0,-32 0 0,-29 0 0,-14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29.56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1 71 16383,'18'-19'0,"2"3"0,7 1 0,1 5 0,4 4 0,15 3 0,24 2 0,-14 1 0,4 0 0,7 0 0,1 0 0,-1 1 0,-2 0 0,-8 1 0,-4 1 0,19 3 0,-11-1 0,-8-3 0,0-2 0,0 0 0,-1 0 0,-4 0 0,-10 0 0,-6 0 0,-8 0 0,-5 0 0,-5 0 0,-4 0 0,-1 0 0,-5 0 0,-1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33.509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0 0 16383,'23'29'0,"14"15"0,20 18 0,-22-23 0,1 2 0,4 4 0,1 1 0,-2 0 0,1 2 0,1 3 0,1 0 0,-2 0 0,-1-1 0,-2-4 0,-2-1 0,25 34 0,-15-23 0,-13-14 0,-4-7 0,3-1 0,5 5 0,3 4 0,-1-1 0,-5-3 0,-1-3 0,2 1 0,8 13 0,10 12 0,5 13 0,-28-33 0,1 1 0,-1-1 0,-1 1 0,24 38 0,-8-14 0,-9-16 0,-7-13 0,-4-8 0,1 3 0,6 9 0,9 10 0,5 5 0,-2-1 0,-6-9 0,-8-9 0,-7-8 0,-4-10 0,-7-6 0,-9-8 0,-33-24 0,-9-7 0,-26-15 0,-3 6 0,-13 1 0,34 19 0,-2 0 0,-4-1 0,0 0 0,0 0 0,1 1 0,-42-12 0,14 4 0,16 3 0,10-1 0,11 2 0,9 0 0,8 3 0,8 6 0,4 0 0,2 5 0,-2-1 0,-4 1 0,-4-1 0,0 0 0,2-1 0,4 0 0,7 3 0,7 1 0,28 4 0,20 13 0,11 1 0,12 15 0,-10 1 0,12 11 0,-27-16 0,0 1 0,4 3 0,1 0 0,3 3 0,2-2 0,-4-2 0,-1-1 0,35 19 0,-19-12 0,-21-12 0,-13-9 0,-10-4 0,-3-2 0,-3-4 0,-5 1 0,0-3 0,-3-1 0,0-2 0,-1-6 0,-1-4 0,-2-7 0,1-2 0,0-5 0,1 0 0,3-4 0,3-7 0,2-12 0,9-17 0,9-22 0,-10 34 0,2-3 0,2-5 0,0 0 0,1 2 0,-2 2 0,-2 6 0,-1 3 0,11-22 0,-9 25 0,-9 17 0,-3 12 0,0 3 0,-1-3 0,1-3 0,0 0 0,-2 3 0,-2 3 0,-1 5 0,-2-1 0,-2 4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37.860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5077 1116 16383,'-54'0'0,"1"0"0,-9 0 0,-8 0 0,-8 0 0,-10 0 0,-9 0 0,-5 0 0,-4 0 0,20 0 0,-2 0 0,-4 0 0,-1 0 0,-1 0 0,0 0 0,7 0 0,-1 0 0,-2 0 0,0 0 0,1 0 0,-1 0 0,2 0 0,-13 0 0,1 0 0,0 0 0,0 0 0,3 0 0,1 0 0,-7 0 0,3 0 0,1 0 0,2 0 0,0 0 0,5 0 0,0-1 0,1 1 0,2-1 0,3 1 0,-6-1 0,4 0 0,2 0 0,4 0 0,-10 0 0,4 0 0,8 0 0,-8-1 0,16 1 0,22 1 0,19 0 0,11 0 0,-4 0 0,-20 0 0,-25 0 0,-22 0 0,-6 0 0,9 0 0,15 0 0,16 0 0,3 0 0,2 0 0,1 0 0,6 0 0,16 0 0,15 0 0,15 0 0,18-5 0,-5-1 0,7-2 0,-13 1 0,-1 3 0,-3-1 0,-2 1 0,1 1 0,0-4 0,2 0 0,0-1 0,1 0 0,1-2 0,1-2 0,4-5 0,4-6 0,3-5 0,10-17 0,21-25 0,-12 20 0,4-5 0,15-15 0,5-3 0,-15 21 0,1-1 0,2 1 0,1 1 0,0 0 0,0 3 0,18-15 0,-3 6 0,-14 15 0,-5 6 0,18-8 0,-28 27 0,-13 12 0,-5 2 0,-4 1 0,-6 0 0,-8 2 0,-18 11 0,-6 2 0,-22 19 0,-11 6 0,-7 3 0,-7 3 0,-12 4 0,30-18 0,-4 3 0,-7 5 0,-2 2 0,-5 4 0,1 0 0,6-3 0,4-2 0,13-7 0,3-3 0,-18 15 0,29-17 0,16-9 0,11-6 0,4-2 0,1-3 0,-2-2 0,1 0 0,-1-1 0,0 2 0,3 0 0,3 2 0,9 11 0,14 15 0,17 21 0,14 12 0,5-2 0,-2-9 0,-5-14 0,-4-9 0,0-4 0,3-1 0,3 4 0,1 3 0,-4 0 0,-3-1 0,-6-5 0,-7-5 0,-4-3 0,1-1 0,3 4 0,7 2 0,-5-1 0,-8-3 0,-9-5 0,-14-9 0,-3-2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6:00:41.661"/>
    </inkml:context>
    <inkml:brush xml:id="br0">
      <inkml:brushProperty name="width" value="0.2" units="cm"/>
      <inkml:brushProperty name="height" value="1.2" units="cm"/>
      <inkml:brushProperty name="inkEffects" value="pencil"/>
    </inkml:brush>
  </inkml:definitions>
  <inkml:trace contextRef="#ctx0" brushRef="#br0">2529 2603 16383,'-86'-39'0,"20"1"0,-7-9 0,0-2 0,-6-7 0,-2-4 0,9 3 0,-3-3 0,0-3 0,0-2 0,10 7 0,1-2 0,-1-1 0,1-1 0,1-1 0,0-2 0,0 0 0,2-2 0,0 0 0,2 1 0,4 1 0,1 0 0,1 0 0,2 0 0,0 1 0,-5-9 0,1 1 0,1 1 0,2 2 0,-9-14 0,3 3 0,1 3 0,8 10 0,3 3 0,1 3 0,-7-11 0,4 6 0,9 13 0,4 5 0,-6-11 0,20 27 0,13 15 0,6 8 0,2 1 0,0 1 0,0 2 0,0-2 0,-2 0 0,0 4 0,13 12 0,1 0 0,17 10 0,1-2 0,6 3 0,-1 0 0,2-5 0,1-7 0,11-6 0,12-2 0,11 0 0,8 0 0,10-1 0,-37-1 0,2-2 0,4 0 0,3-1 0,3-1 0,1 0 0,-4-1 0,-3 1 0,38-3 0,-27 4 0,-28 2 0,-16 3 0,-10 0 0,-5 2 0,-4 0 0,-6 1 0,-23 4 0,-13-4 0,-32 1 0,-16-4 0,31 0 0,-1 0 0,-6 0 0,-1 0 0,0 1 0,0 1 0,5-1 0,2 1 0,-34 2 0,20 1 0,13-1 0,12 1 0,7-3 0,8 0 0,9-2 0,5 0 0,4 0 0,1 0 0,2-3 0,-1 0 0,3-1 0,-1 0 0,-3 3 0,-6 1 0,-15 0 0,-18 0 0,-13 0 0,-4 0 0,9 0 0,14 0 0,14 0 0,8 0 0,7 0 0,3 2 0,6 1 0,20 12 0,1-2 0,21 15 0,1 7 0,15 22 0,-20-18 0,0 4 0,4 9 0,0 3 0,2 4 0,-1 2 0,-2 2 0,-3-1 0,-3-3 0,-3-1 0,-5-11 0,-2-2 0,12 22 0,-9-20 0,-2-8 0,1 2 0,2 7 0,4 10 0,1 4 0,0 0 0,-2-5 0,-3-8 0,-2-4 0,-2 0 0,0-2 0,1-2 0,-3-2 0,-2-6 0,-5-5 0,-2-5 0,-4-3 0,-1-2 0,-1 0 0,-2-2 0,-1-4 0,-1-3 0,-1 0 0,0-5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64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25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21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16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2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76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4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75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7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2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66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5EA4A-2EC2-5144-BEFE-D1C252CD157A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EDF75FB-0400-FF4B-8A57-879828D6E5A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78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0.png"/><Relationship Id="rId21" Type="http://schemas.openxmlformats.org/officeDocument/2006/relationships/image" Target="../media/image12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" Type="http://schemas.openxmlformats.org/officeDocument/2006/relationships/image" Target="../media/image4.png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2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3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customXml" Target="../ink/ink36.xml"/><Relationship Id="rId26" Type="http://schemas.openxmlformats.org/officeDocument/2006/relationships/customXml" Target="../ink/ink40.xml"/><Relationship Id="rId3" Type="http://schemas.openxmlformats.org/officeDocument/2006/relationships/image" Target="../media/image29.png"/><Relationship Id="rId21" Type="http://schemas.openxmlformats.org/officeDocument/2006/relationships/image" Target="../media/image38.png"/><Relationship Id="rId7" Type="http://schemas.openxmlformats.org/officeDocument/2006/relationships/image" Target="../media/image31.png"/><Relationship Id="rId12" Type="http://schemas.openxmlformats.org/officeDocument/2006/relationships/customXml" Target="../ink/ink33.xml"/><Relationship Id="rId17" Type="http://schemas.openxmlformats.org/officeDocument/2006/relationships/image" Target="../media/image36.png"/><Relationship Id="rId25" Type="http://schemas.openxmlformats.org/officeDocument/2006/relationships/image" Target="../media/image40.png"/><Relationship Id="rId33" Type="http://schemas.openxmlformats.org/officeDocument/2006/relationships/image" Target="../media/image44.png"/><Relationship Id="rId2" Type="http://schemas.openxmlformats.org/officeDocument/2006/relationships/customXml" Target="../ink/ink28.xml"/><Relationship Id="rId16" Type="http://schemas.openxmlformats.org/officeDocument/2006/relationships/customXml" Target="../ink/ink35.xml"/><Relationship Id="rId20" Type="http://schemas.openxmlformats.org/officeDocument/2006/relationships/customXml" Target="../ink/ink37.xml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.xml"/><Relationship Id="rId11" Type="http://schemas.openxmlformats.org/officeDocument/2006/relationships/image" Target="../media/image33.png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23" Type="http://schemas.openxmlformats.org/officeDocument/2006/relationships/image" Target="../media/image39.png"/><Relationship Id="rId28" Type="http://schemas.openxmlformats.org/officeDocument/2006/relationships/customXml" Target="../ink/ink41.xml"/><Relationship Id="rId10" Type="http://schemas.openxmlformats.org/officeDocument/2006/relationships/customXml" Target="../ink/ink32.xml"/><Relationship Id="rId19" Type="http://schemas.openxmlformats.org/officeDocument/2006/relationships/image" Target="../media/image37.png"/><Relationship Id="rId31" Type="http://schemas.openxmlformats.org/officeDocument/2006/relationships/image" Target="../media/image43.png"/><Relationship Id="rId4" Type="http://schemas.openxmlformats.org/officeDocument/2006/relationships/customXml" Target="../ink/ink29.xml"/><Relationship Id="rId9" Type="http://schemas.openxmlformats.org/officeDocument/2006/relationships/image" Target="../media/image32.png"/><Relationship Id="rId14" Type="http://schemas.openxmlformats.org/officeDocument/2006/relationships/customXml" Target="../ink/ink34.xml"/><Relationship Id="rId22" Type="http://schemas.openxmlformats.org/officeDocument/2006/relationships/customXml" Target="../ink/ink38.xml"/><Relationship Id="rId27" Type="http://schemas.openxmlformats.org/officeDocument/2006/relationships/image" Target="../media/image41.png"/><Relationship Id="rId30" Type="http://schemas.openxmlformats.org/officeDocument/2006/relationships/customXml" Target="../ink/ink42.xml"/><Relationship Id="rId8" Type="http://schemas.openxmlformats.org/officeDocument/2006/relationships/customXml" Target="../ink/ink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F2B1-A8B4-3718-1525-12E1A7D5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BC9C-18C8-2C59-5065-29000B4AE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8191"/>
            <a:ext cx="9603275" cy="4125289"/>
          </a:xfrm>
        </p:spPr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Relationships between </a:t>
            </a:r>
            <a:r>
              <a:rPr lang="en-US" dirty="0" err="1"/>
              <a:t>varaiables</a:t>
            </a:r>
            <a:r>
              <a:rPr lang="en-US" dirty="0"/>
              <a:t> (chapter 7). </a:t>
            </a:r>
          </a:p>
          <a:p>
            <a:pPr lvl="1"/>
            <a:r>
              <a:rPr lang="en-US" dirty="0"/>
              <a:t>Covariance, scatter plots, and correlation. </a:t>
            </a:r>
          </a:p>
          <a:p>
            <a:pPr lvl="1"/>
            <a:r>
              <a:rPr lang="en-US" dirty="0"/>
              <a:t>Some really big and pretty useful exercises. </a:t>
            </a:r>
          </a:p>
          <a:p>
            <a:r>
              <a:rPr lang="en-US" dirty="0"/>
              <a:t>Grades and other unimportant stuff. </a:t>
            </a:r>
          </a:p>
          <a:p>
            <a:pPr lvl="1"/>
            <a:r>
              <a:rPr lang="en-US" dirty="0"/>
              <a:t>I didn’t get through all the assignments, I’ll finish this afternoon or tomorrow, sorry. </a:t>
            </a:r>
          </a:p>
          <a:p>
            <a:pPr lvl="1"/>
            <a:r>
              <a:rPr lang="en-US" dirty="0"/>
              <a:t>There’s a new assignment – entirely explanatory (i.e. you take data and interpret). </a:t>
            </a:r>
          </a:p>
          <a:p>
            <a:r>
              <a:rPr lang="en-US" dirty="0"/>
              <a:t>Next week – estimation. </a:t>
            </a:r>
          </a:p>
          <a:p>
            <a:pPr lvl="1"/>
            <a:r>
              <a:rPr lang="en-US" dirty="0"/>
              <a:t>Ensure that the ‘match to analytical’ stuff makes sense. </a:t>
            </a:r>
          </a:p>
        </p:txBody>
      </p:sp>
    </p:spTree>
    <p:extLst>
      <p:ext uri="{BB962C8B-B14F-4D97-AF65-F5344CB8AC3E}">
        <p14:creationId xmlns:p14="http://schemas.microsoft.com/office/powerpoint/2010/main" val="167991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A66B-C7AD-75AB-5D06-6A6448BD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Distributions – in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76EB3-B246-44E6-E479-C8033EA3C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6" cy="4199727"/>
          </a:xfrm>
        </p:spPr>
        <p:txBody>
          <a:bodyPr>
            <a:normAutofit/>
          </a:bodyPr>
          <a:lstStyle/>
          <a:p>
            <a:r>
              <a:rPr lang="en-US" dirty="0"/>
              <a:t>I’ve done one thing that directly involves basic stats for a real use. </a:t>
            </a:r>
          </a:p>
          <a:p>
            <a:r>
              <a:rPr lang="en-US" dirty="0"/>
              <a:t>Course evaluations at ATB (the bank).</a:t>
            </a:r>
          </a:p>
          <a:p>
            <a:r>
              <a:rPr lang="en-US" dirty="0"/>
              <a:t>Course evaluations were a mess, we improved by:</a:t>
            </a:r>
          </a:p>
          <a:p>
            <a:pPr lvl="1"/>
            <a:r>
              <a:rPr lang="en-US" dirty="0"/>
              <a:t>Standardizing questions (e.g. “the location was good”, ”the instructor was effective”,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lvl="1"/>
            <a:r>
              <a:rPr lang="en-US" dirty="0"/>
              <a:t>Standardizing scale on a 4 </a:t>
            </a:r>
            <a:r>
              <a:rPr lang="en-US" dirty="0" err="1"/>
              <a:t>pt</a:t>
            </a:r>
            <a:r>
              <a:rPr lang="en-US" dirty="0"/>
              <a:t> scale. </a:t>
            </a:r>
          </a:p>
          <a:p>
            <a:r>
              <a:rPr lang="en-US" dirty="0"/>
              <a:t>This gave us data that could be consolidated into a dataset:</a:t>
            </a:r>
          </a:p>
          <a:p>
            <a:pPr lvl="1"/>
            <a:r>
              <a:rPr lang="en-US" dirty="0"/>
              <a:t>Each row is one response, each column is one value/feature/variable:</a:t>
            </a:r>
          </a:p>
          <a:p>
            <a:pPr lvl="2"/>
            <a:r>
              <a:rPr lang="en-US" dirty="0"/>
              <a:t>Some are demographic categorical – instructor, location, course,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2"/>
            <a:r>
              <a:rPr lang="en-US" dirty="0"/>
              <a:t>Some are numerical scores – each question response. </a:t>
            </a:r>
          </a:p>
          <a:p>
            <a:pPr lvl="1"/>
            <a:r>
              <a:rPr lang="en-US" dirty="0"/>
              <a:t>Subgrouping and comparisons became easy - per location, instructor,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96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51A3-AEE1-E870-18BB-A99ED949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0912-E1EB-B826-582E-FE2AE20FA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279" y="1853754"/>
            <a:ext cx="101145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goal was to use course evaluation to evaluate instructors. </a:t>
            </a:r>
          </a:p>
          <a:p>
            <a:r>
              <a:rPr lang="en-US" dirty="0"/>
              <a:t>Problem – scores are virtually always between 3.45 and 3.55</a:t>
            </a:r>
          </a:p>
          <a:p>
            <a:pPr lvl="1"/>
            <a:r>
              <a:rPr lang="en-US" dirty="0"/>
              <a:t>No matter the subset slice taken. </a:t>
            </a:r>
          </a:p>
          <a:p>
            <a:r>
              <a:rPr lang="en-US" dirty="0"/>
              <a:t>Cause – most people pick 3 or 4 (4 or 5 on a 5pt scale), semi-randomly:</a:t>
            </a:r>
          </a:p>
          <a:p>
            <a:pPr lvl="1"/>
            <a:r>
              <a:rPr lang="en-US" dirty="0"/>
              <a:t>The number of 3s and 4s dominate outliers (low scores) in calculating mean/median.</a:t>
            </a:r>
          </a:p>
          <a:p>
            <a:pPr lvl="1"/>
            <a:r>
              <a:rPr lang="en-US" dirty="0"/>
              <a:t>Bad scores were hard to separate from good scores, since so many responses were “high average”.</a:t>
            </a:r>
          </a:p>
          <a:p>
            <a:pPr lvl="1"/>
            <a:r>
              <a:rPr lang="en-US" dirty="0"/>
              <a:t>I.e. if people randomly pick 3 or 4 will overwhelm the low scores in the averages. </a:t>
            </a:r>
          </a:p>
          <a:p>
            <a:r>
              <a:rPr lang="en-US" dirty="0"/>
              <a:t>Solution – identify “bad” scores by looking at distribution of scores &lt; 3. </a:t>
            </a:r>
          </a:p>
          <a:p>
            <a:pPr lvl="1"/>
            <a:r>
              <a:rPr lang="en-US" dirty="0"/>
              <a:t>If bad scores are even between 1s and 2s, the score is probably OK. </a:t>
            </a:r>
          </a:p>
          <a:p>
            <a:pPr lvl="1"/>
            <a:r>
              <a:rPr lang="en-US" dirty="0"/>
              <a:t>If bad scores are clustered around 1, that is probably an issue. </a:t>
            </a:r>
          </a:p>
        </p:txBody>
      </p:sp>
    </p:spTree>
    <p:extLst>
      <p:ext uri="{BB962C8B-B14F-4D97-AF65-F5344CB8AC3E}">
        <p14:creationId xmlns:p14="http://schemas.microsoft.com/office/powerpoint/2010/main" val="4050247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750567-8DF4-F3BE-7A45-02BCCBD8FFA6}"/>
                  </a:ext>
                </a:extLst>
              </p14:cNvPr>
              <p14:cNvContentPartPr/>
              <p14:nvPr/>
            </p14:nvContentPartPr>
            <p14:xfrm>
              <a:off x="1006940" y="85877"/>
              <a:ext cx="365040" cy="5936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750567-8DF4-F3BE-7A45-02BCCBD8FF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300" y="77237"/>
                <a:ext cx="382680" cy="595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249E726-F626-B4B9-1E8E-56CECEBB95C2}"/>
              </a:ext>
            </a:extLst>
          </p:cNvPr>
          <p:cNvGrpSpPr/>
          <p:nvPr/>
        </p:nvGrpSpPr>
        <p:grpSpPr>
          <a:xfrm>
            <a:off x="579260" y="5456717"/>
            <a:ext cx="11202840" cy="310320"/>
            <a:chOff x="579260" y="5456717"/>
            <a:chExt cx="1120284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3597C5-EFAD-72D9-63C9-40896787360B}"/>
                    </a:ext>
                  </a:extLst>
                </p14:cNvPr>
                <p14:cNvContentPartPr/>
                <p14:nvPr/>
              </p14:nvContentPartPr>
              <p14:xfrm>
                <a:off x="579260" y="5456717"/>
                <a:ext cx="11202840" cy="270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3597C5-EFAD-72D9-63C9-4089678736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620" y="5447717"/>
                  <a:ext cx="112204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79F95C1-582D-1198-9E16-0B60EDDEEDAE}"/>
                    </a:ext>
                  </a:extLst>
                </p14:cNvPr>
                <p14:cNvContentPartPr/>
                <p14:nvPr/>
              </p14:nvContentPartPr>
              <p14:xfrm>
                <a:off x="2570060" y="5665157"/>
                <a:ext cx="9720" cy="101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79F95C1-582D-1198-9E16-0B60EDDEED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61060" y="5656517"/>
                  <a:ext cx="2736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97EF07-6402-097A-BF0B-CC6D890BB720}"/>
              </a:ext>
            </a:extLst>
          </p:cNvPr>
          <p:cNvGrpSpPr/>
          <p:nvPr/>
        </p:nvGrpSpPr>
        <p:grpSpPr>
          <a:xfrm>
            <a:off x="2486900" y="5895557"/>
            <a:ext cx="234000" cy="172440"/>
            <a:chOff x="2486900" y="5895557"/>
            <a:chExt cx="23400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EA44AC-7B0B-7E78-9602-AB4D60D23200}"/>
                    </a:ext>
                  </a:extLst>
                </p14:cNvPr>
                <p14:cNvContentPartPr/>
                <p14:nvPr/>
              </p14:nvContentPartPr>
              <p14:xfrm>
                <a:off x="2591660" y="5895557"/>
                <a:ext cx="6480" cy="120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EA44AC-7B0B-7E78-9602-AB4D60D232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2660" y="5886917"/>
                  <a:ext cx="24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0FA802-8970-A6EE-52B4-D050BDC8753F}"/>
                    </a:ext>
                  </a:extLst>
                </p14:cNvPr>
                <p14:cNvContentPartPr/>
                <p14:nvPr/>
              </p14:nvContentPartPr>
              <p14:xfrm>
                <a:off x="2486900" y="5911037"/>
                <a:ext cx="92520" cy="40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0FA802-8970-A6EE-52B4-D050BDC875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78260" y="5902397"/>
                  <a:ext cx="110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7F54D7-C160-E227-5C2C-9B8B64D34329}"/>
                    </a:ext>
                  </a:extLst>
                </p14:cNvPr>
                <p14:cNvContentPartPr/>
                <p14:nvPr/>
              </p14:nvContentPartPr>
              <p14:xfrm>
                <a:off x="2536220" y="6043157"/>
                <a:ext cx="184680" cy="24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7F54D7-C160-E227-5C2C-9B8B64D343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7220" y="6034157"/>
                  <a:ext cx="20232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A70A288-615D-CE34-75C6-F8403CCAAAEB}"/>
                  </a:ext>
                </a:extLst>
              </p14:cNvPr>
              <p14:cNvContentPartPr/>
              <p14:nvPr/>
            </p14:nvContentPartPr>
            <p14:xfrm>
              <a:off x="4857140" y="5563277"/>
              <a:ext cx="12600" cy="154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A70A288-615D-CE34-75C6-F8403CCAAAE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48500" y="5554637"/>
                <a:ext cx="30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82F52D-EFB6-1567-E1A7-0A0048724552}"/>
                  </a:ext>
                </a:extLst>
              </p14:cNvPr>
              <p14:cNvContentPartPr/>
              <p14:nvPr/>
            </p14:nvContentPartPr>
            <p14:xfrm>
              <a:off x="4629980" y="5818157"/>
              <a:ext cx="350640" cy="267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82F52D-EFB6-1567-E1A7-0A004872455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20980" y="5809517"/>
                <a:ext cx="3682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F90F43B-8F55-238E-7EE8-DD90902BBB7B}"/>
                  </a:ext>
                </a:extLst>
              </p14:cNvPr>
              <p14:cNvContentPartPr/>
              <p14:nvPr/>
            </p14:nvContentPartPr>
            <p14:xfrm>
              <a:off x="7100660" y="5545637"/>
              <a:ext cx="28080" cy="20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F90F43B-8F55-238E-7EE8-DD90902BBB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92020" y="5536997"/>
                <a:ext cx="45720" cy="21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F8578E5-FE31-6526-BDE4-C207756F150F}"/>
              </a:ext>
            </a:extLst>
          </p:cNvPr>
          <p:cNvGrpSpPr/>
          <p:nvPr/>
        </p:nvGrpSpPr>
        <p:grpSpPr>
          <a:xfrm>
            <a:off x="6927500" y="5846957"/>
            <a:ext cx="341280" cy="288720"/>
            <a:chOff x="6927500" y="5846957"/>
            <a:chExt cx="34128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5734F3-463C-FE16-7675-55F402BA4E54}"/>
                    </a:ext>
                  </a:extLst>
                </p14:cNvPr>
                <p14:cNvContentPartPr/>
                <p14:nvPr/>
              </p14:nvContentPartPr>
              <p14:xfrm>
                <a:off x="7023980" y="5846957"/>
                <a:ext cx="244800" cy="250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5734F3-463C-FE16-7675-55F402BA4E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14980" y="5837957"/>
                  <a:ext cx="262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D57A04-F6B5-2889-DA6B-5210DCB9E80C}"/>
                    </a:ext>
                  </a:extLst>
                </p14:cNvPr>
                <p14:cNvContentPartPr/>
                <p14:nvPr/>
              </p14:nvContentPartPr>
              <p14:xfrm>
                <a:off x="6962060" y="5984837"/>
                <a:ext cx="200520" cy="3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D57A04-F6B5-2889-DA6B-5210DCB9E8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3420" y="5976197"/>
                  <a:ext cx="218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53D19A-1C46-9BE9-E7B1-6FBBE8BE045C}"/>
                    </a:ext>
                  </a:extLst>
                </p14:cNvPr>
                <p14:cNvContentPartPr/>
                <p14:nvPr/>
              </p14:nvContentPartPr>
              <p14:xfrm>
                <a:off x="6927500" y="6073757"/>
                <a:ext cx="249120" cy="61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53D19A-1C46-9BE9-E7B1-6FBBE8BE04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18500" y="6065117"/>
                  <a:ext cx="2667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368092-1B16-1FDD-424A-6A6906212F7E}"/>
              </a:ext>
            </a:extLst>
          </p:cNvPr>
          <p:cNvGrpSpPr/>
          <p:nvPr/>
        </p:nvGrpSpPr>
        <p:grpSpPr>
          <a:xfrm>
            <a:off x="9259940" y="5434757"/>
            <a:ext cx="230760" cy="629640"/>
            <a:chOff x="9259940" y="5434757"/>
            <a:chExt cx="23076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B71092-43E4-C691-077E-9D62BC1243CB}"/>
                    </a:ext>
                  </a:extLst>
                </p14:cNvPr>
                <p14:cNvContentPartPr/>
                <p14:nvPr/>
              </p14:nvContentPartPr>
              <p14:xfrm>
                <a:off x="9471980" y="5434757"/>
                <a:ext cx="18720" cy="200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B71092-43E4-C691-077E-9D62BC1243C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63340" y="5425757"/>
                  <a:ext cx="36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955D6C-7A0B-6216-F6A7-DCFA002BF7CB}"/>
                    </a:ext>
                  </a:extLst>
                </p14:cNvPr>
                <p14:cNvContentPartPr/>
                <p14:nvPr/>
              </p14:nvContentPartPr>
              <p14:xfrm>
                <a:off x="9259940" y="5750837"/>
                <a:ext cx="187560" cy="141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955D6C-7A0B-6216-F6A7-DCFA002BF7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51300" y="5742197"/>
                  <a:ext cx="205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793982-5F1D-F44A-A588-B6C963DA1309}"/>
                    </a:ext>
                  </a:extLst>
                </p14:cNvPr>
                <p14:cNvContentPartPr/>
                <p14:nvPr/>
              </p14:nvContentPartPr>
              <p14:xfrm>
                <a:off x="9383060" y="5720237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793982-5F1D-F44A-A588-B6C963DA13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74060" y="57115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22A390-D9A8-0536-346D-8896C14B4449}"/>
                    </a:ext>
                  </a:extLst>
                </p14:cNvPr>
                <p14:cNvContentPartPr/>
                <p14:nvPr/>
              </p14:nvContentPartPr>
              <p14:xfrm>
                <a:off x="9395300" y="5704757"/>
                <a:ext cx="52560" cy="359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22A390-D9A8-0536-346D-8896C14B44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86300" y="5696117"/>
                  <a:ext cx="70200" cy="37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D138B3A-5966-18D5-B8AF-0432AFF4B6FB}"/>
                  </a:ext>
                </a:extLst>
              </p14:cNvPr>
              <p14:cNvContentPartPr/>
              <p14:nvPr/>
            </p14:nvContentPartPr>
            <p14:xfrm>
              <a:off x="2565020" y="1774637"/>
              <a:ext cx="7396200" cy="3200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D138B3A-5966-18D5-B8AF-0432AFF4B6F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56020" y="1765997"/>
                <a:ext cx="7413840" cy="32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2FF7FCA-51BC-036D-AE30-43CCCE7BC7A6}"/>
                  </a:ext>
                </a:extLst>
              </p14:cNvPr>
              <p14:cNvContentPartPr/>
              <p14:nvPr/>
            </p14:nvContentPartPr>
            <p14:xfrm>
              <a:off x="2603540" y="1542437"/>
              <a:ext cx="7138440" cy="356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2FF7FCA-51BC-036D-AE30-43CCCE7BC7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85540" y="1524797"/>
                <a:ext cx="7174080" cy="36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3CDEDC-93E9-B3DE-B14D-10418FF05981}"/>
                  </a:ext>
                </a:extLst>
              </p14:cNvPr>
              <p14:cNvContentPartPr/>
              <p14:nvPr/>
            </p14:nvContentPartPr>
            <p14:xfrm>
              <a:off x="1368380" y="4115717"/>
              <a:ext cx="1119240" cy="238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3CDEDC-93E9-B3DE-B14D-10418FF0598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50380" y="4098077"/>
                <a:ext cx="1154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F3BA602-7E85-6E1A-EDB2-90FECE0DF35B}"/>
                  </a:ext>
                </a:extLst>
              </p14:cNvPr>
              <p14:cNvContentPartPr/>
              <p14:nvPr/>
            </p14:nvContentPartPr>
            <p14:xfrm>
              <a:off x="4480580" y="3331997"/>
              <a:ext cx="771480" cy="1087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F3BA602-7E85-6E1A-EDB2-90FECE0DF35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71940" y="3322997"/>
                <a:ext cx="789120" cy="11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D24E399D-E390-2CB9-C675-2E56B547E5EA}"/>
              </a:ext>
            </a:extLst>
          </p:cNvPr>
          <p:cNvGrpSpPr/>
          <p:nvPr/>
        </p:nvGrpSpPr>
        <p:grpSpPr>
          <a:xfrm>
            <a:off x="1841060" y="158957"/>
            <a:ext cx="1194120" cy="510120"/>
            <a:chOff x="1841060" y="158957"/>
            <a:chExt cx="1194120" cy="51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E5EC04-063F-3F2F-EFDF-BE2B40F90F7F}"/>
                    </a:ext>
                  </a:extLst>
                </p14:cNvPr>
                <p14:cNvContentPartPr/>
                <p14:nvPr/>
              </p14:nvContentPartPr>
              <p14:xfrm>
                <a:off x="1847180" y="215117"/>
                <a:ext cx="66240" cy="41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E5EC04-063F-3F2F-EFDF-BE2B40F90F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38540" y="206117"/>
                  <a:ext cx="838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F68FCF4-DAF5-8F48-F48E-52FDC81012FD}"/>
                    </a:ext>
                  </a:extLst>
                </p14:cNvPr>
                <p14:cNvContentPartPr/>
                <p14:nvPr/>
              </p14:nvContentPartPr>
              <p14:xfrm>
                <a:off x="1841060" y="230957"/>
                <a:ext cx="290880" cy="209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F68FCF4-DAF5-8F48-F48E-52FDC81012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32420" y="222317"/>
                  <a:ext cx="308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622AB0-F6A0-03A7-EFD1-1126139B619A}"/>
                    </a:ext>
                  </a:extLst>
                </p14:cNvPr>
                <p14:cNvContentPartPr/>
                <p14:nvPr/>
              </p14:nvContentPartPr>
              <p14:xfrm>
                <a:off x="2274860" y="224477"/>
                <a:ext cx="55800" cy="394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622AB0-F6A0-03A7-EFD1-1126139B61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66220" y="215477"/>
                  <a:ext cx="73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1A60885-2623-EB30-A35A-5B497D3F2A02}"/>
                    </a:ext>
                  </a:extLst>
                </p14:cNvPr>
                <p14:cNvContentPartPr/>
                <p14:nvPr/>
              </p14:nvContentPartPr>
              <p14:xfrm>
                <a:off x="2280980" y="261557"/>
                <a:ext cx="276840" cy="378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1A60885-2623-EB30-A35A-5B497D3F2A0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72340" y="252917"/>
                  <a:ext cx="2944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47B64B-2996-F431-390D-E2A2A7884B36}"/>
                    </a:ext>
                  </a:extLst>
                </p14:cNvPr>
                <p14:cNvContentPartPr/>
                <p14:nvPr/>
              </p14:nvContentPartPr>
              <p14:xfrm>
                <a:off x="2804780" y="158957"/>
                <a:ext cx="40320" cy="510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47B64B-2996-F431-390D-E2A2A7884B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95780" y="150317"/>
                  <a:ext cx="579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742AC40-3AA3-81E3-5F21-08217BE7DC83}"/>
                    </a:ext>
                  </a:extLst>
                </p14:cNvPr>
                <p14:cNvContentPartPr/>
                <p14:nvPr/>
              </p14:nvContentPartPr>
              <p14:xfrm>
                <a:off x="2804780" y="160757"/>
                <a:ext cx="196920" cy="34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742AC40-3AA3-81E3-5F21-08217BE7DC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95780" y="152117"/>
                  <a:ext cx="214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F10960-0CB7-A085-E863-75B6691ECA21}"/>
                    </a:ext>
                  </a:extLst>
                </p14:cNvPr>
                <p14:cNvContentPartPr/>
                <p14:nvPr/>
              </p14:nvContentPartPr>
              <p14:xfrm>
                <a:off x="2813780" y="375677"/>
                <a:ext cx="221400" cy="15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F10960-0CB7-A085-E863-75B6691ECA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05140" y="367037"/>
                  <a:ext cx="239040" cy="3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156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E42AEFA-ADA1-D703-1701-F66FF74F366A}"/>
              </a:ext>
            </a:extLst>
          </p:cNvPr>
          <p:cNvGrpSpPr/>
          <p:nvPr/>
        </p:nvGrpSpPr>
        <p:grpSpPr>
          <a:xfrm>
            <a:off x="1965819" y="594219"/>
            <a:ext cx="9215280" cy="4628880"/>
            <a:chOff x="1965819" y="594219"/>
            <a:chExt cx="9215280" cy="46288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38B5C49-A97E-4B5B-5D49-B2212C6CC223}"/>
                    </a:ext>
                  </a:extLst>
                </p14:cNvPr>
                <p14:cNvContentPartPr/>
                <p14:nvPr/>
              </p14:nvContentPartPr>
              <p14:xfrm>
                <a:off x="2986419" y="594219"/>
                <a:ext cx="87840" cy="4628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38B5C49-A97E-4B5B-5D49-B2212C6CC2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50419" y="378579"/>
                  <a:ext cx="159480" cy="50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A48F68B-73B8-7DB1-2779-4241FC05A632}"/>
                    </a:ext>
                  </a:extLst>
                </p14:cNvPr>
                <p14:cNvContentPartPr/>
                <p14:nvPr/>
              </p14:nvContentPartPr>
              <p14:xfrm>
                <a:off x="1965819" y="3765099"/>
                <a:ext cx="9215280" cy="93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A48F68B-73B8-7DB1-2779-4241FC05A6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29819" y="3549459"/>
                  <a:ext cx="9286920" cy="52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F0174B-8A9B-2BF0-A89E-9490CA883258}"/>
                  </a:ext>
                </a:extLst>
              </p14:cNvPr>
              <p14:cNvContentPartPr/>
              <p14:nvPr/>
            </p14:nvContentPartPr>
            <p14:xfrm>
              <a:off x="6071259" y="1002099"/>
              <a:ext cx="3804120" cy="249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F0174B-8A9B-2BF0-A89E-9490CA8832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65139" y="995979"/>
                <a:ext cx="3816360" cy="25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BA6614-2DA7-2EFC-6483-7C87585BE4B2}"/>
                  </a:ext>
                </a:extLst>
              </p14:cNvPr>
              <p14:cNvContentPartPr/>
              <p14:nvPr/>
            </p14:nvContentPartPr>
            <p14:xfrm>
              <a:off x="4539459" y="2445339"/>
              <a:ext cx="1531800" cy="1462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BA6614-2DA7-2EFC-6483-7C87585BE4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33339" y="2439219"/>
                <a:ext cx="1544040" cy="14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C457F8-AD8E-ACA2-EA67-F6A6C55E8B8D}"/>
                  </a:ext>
                </a:extLst>
              </p14:cNvPr>
              <p14:cNvContentPartPr/>
              <p14:nvPr/>
            </p14:nvContentPartPr>
            <p14:xfrm>
              <a:off x="4030059" y="1791579"/>
              <a:ext cx="3633480" cy="1924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C457F8-AD8E-ACA2-EA67-F6A6C55E8B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21419" y="1782579"/>
                <a:ext cx="3651120" cy="19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FA89D2F-DC55-8224-1883-F21315574371}"/>
                  </a:ext>
                </a:extLst>
              </p14:cNvPr>
              <p14:cNvContentPartPr/>
              <p14:nvPr/>
            </p14:nvContentPartPr>
            <p14:xfrm>
              <a:off x="7650219" y="1804899"/>
              <a:ext cx="2444760" cy="1920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FA89D2F-DC55-8224-1883-F213155743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1579" y="1796259"/>
                <a:ext cx="2462400" cy="19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ED95354-AEDA-01B6-0B32-271D1CED75A3}"/>
              </a:ext>
            </a:extLst>
          </p:cNvPr>
          <p:cNvGrpSpPr/>
          <p:nvPr/>
        </p:nvGrpSpPr>
        <p:grpSpPr>
          <a:xfrm>
            <a:off x="3371619" y="160059"/>
            <a:ext cx="1806120" cy="1113840"/>
            <a:chOff x="3371619" y="160059"/>
            <a:chExt cx="1806120" cy="1113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0F6E25-60F3-032D-9DB3-05B9962C7743}"/>
                    </a:ext>
                  </a:extLst>
                </p14:cNvPr>
                <p14:cNvContentPartPr/>
                <p14:nvPr/>
              </p14:nvContentPartPr>
              <p14:xfrm>
                <a:off x="3454059" y="160059"/>
                <a:ext cx="17280" cy="104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0F6E25-60F3-032D-9DB3-05B9962C77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18059" y="-55941"/>
                  <a:ext cx="88920" cy="14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C2B7BB-B108-7F5E-B614-0FF49C8C5EE3}"/>
                    </a:ext>
                  </a:extLst>
                </p14:cNvPr>
                <p14:cNvContentPartPr/>
                <p14:nvPr/>
              </p14:nvContentPartPr>
              <p14:xfrm>
                <a:off x="3371619" y="254019"/>
                <a:ext cx="441360" cy="498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C2B7BB-B108-7F5E-B614-0FF49C8C5E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35979" y="38019"/>
                  <a:ext cx="51300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0AD2BE-6D49-BFA4-07D3-1799FF6400B0}"/>
                    </a:ext>
                  </a:extLst>
                </p14:cNvPr>
                <p14:cNvContentPartPr/>
                <p14:nvPr/>
              </p14:nvContentPartPr>
              <p14:xfrm>
                <a:off x="4010619" y="269499"/>
                <a:ext cx="3240" cy="1004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0AD2BE-6D49-BFA4-07D3-1799FF6400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74619" y="53499"/>
                  <a:ext cx="74880" cy="14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01D2F5-7E97-7F8D-CB67-5826A2AC5FFE}"/>
                    </a:ext>
                  </a:extLst>
                </p14:cNvPr>
                <p14:cNvContentPartPr/>
                <p14:nvPr/>
              </p14:nvContentPartPr>
              <p14:xfrm>
                <a:off x="3973899" y="358419"/>
                <a:ext cx="513360" cy="838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01D2F5-7E97-7F8D-CB67-5826A2AC5F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38259" y="142779"/>
                  <a:ext cx="585000" cy="12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658E9EE-A141-A969-9D2E-4FF0026C4F5F}"/>
                    </a:ext>
                  </a:extLst>
                </p14:cNvPr>
                <p14:cNvContentPartPr/>
                <p14:nvPr/>
              </p14:nvContentPartPr>
              <p14:xfrm>
                <a:off x="4677699" y="295779"/>
                <a:ext cx="21240" cy="791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658E9EE-A141-A969-9D2E-4FF0026C4F5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42059" y="80139"/>
                  <a:ext cx="9288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70AC4FD-8087-0977-7946-761F1B27CC2B}"/>
                    </a:ext>
                  </a:extLst>
                </p14:cNvPr>
                <p14:cNvContentPartPr/>
                <p14:nvPr/>
              </p14:nvContentPartPr>
              <p14:xfrm>
                <a:off x="4702179" y="284619"/>
                <a:ext cx="334440" cy="2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70AC4FD-8087-0977-7946-761F1B27CC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66179" y="68619"/>
                  <a:ext cx="4060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8626AA-95D8-7FA9-5191-01022AEF97DD}"/>
                    </a:ext>
                  </a:extLst>
                </p14:cNvPr>
                <p14:cNvContentPartPr/>
                <p14:nvPr/>
              </p14:nvContentPartPr>
              <p14:xfrm>
                <a:off x="4707579" y="479019"/>
                <a:ext cx="470160" cy="25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8626AA-95D8-7FA9-5191-01022AEF97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1939" y="263379"/>
                  <a:ext cx="541800" cy="45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1A8AF6C-9F58-ABA0-7254-6456BC7D9AAA}"/>
                  </a:ext>
                </a:extLst>
              </p14:cNvPr>
              <p14:cNvContentPartPr/>
              <p14:nvPr/>
            </p14:nvContentPartPr>
            <p14:xfrm>
              <a:off x="3677619" y="2320419"/>
              <a:ext cx="714960" cy="8290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1A8AF6C-9F58-ABA0-7254-6456BC7D9AA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41619" y="2104419"/>
                <a:ext cx="786600" cy="12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F176B93-857E-7DA8-8248-36F266EC4AE9}"/>
                  </a:ext>
                </a:extLst>
              </p14:cNvPr>
              <p14:cNvContentPartPr/>
              <p14:nvPr/>
            </p14:nvContentPartPr>
            <p14:xfrm>
              <a:off x="5700099" y="3145179"/>
              <a:ext cx="1827720" cy="552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F176B93-857E-7DA8-8248-36F266EC4AE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64459" y="2929539"/>
                <a:ext cx="1899360" cy="9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C8E22E8-0234-0FBE-ED6D-C2244989C1F8}"/>
                  </a:ext>
                </a:extLst>
              </p14:cNvPr>
              <p14:cNvContentPartPr/>
              <p14:nvPr/>
            </p14:nvContentPartPr>
            <p14:xfrm>
              <a:off x="6098619" y="2385579"/>
              <a:ext cx="910440" cy="937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C8E22E8-0234-0FBE-ED6D-C2244989C1F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62979" y="2169939"/>
                <a:ext cx="982080" cy="136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455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A427-C5C4-BC44-8BF5-D790CAB46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C56BA-FDAC-4A48-977E-B7B2B20CA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9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44B2-95DD-9C21-F593-B8EF5F6B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6027-5416-3843-2F00-2E7D84A86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3" y="1853754"/>
            <a:ext cx="6172772" cy="4278689"/>
          </a:xfrm>
        </p:spPr>
        <p:txBody>
          <a:bodyPr>
            <a:normAutofit/>
          </a:bodyPr>
          <a:lstStyle/>
          <a:p>
            <a:r>
              <a:rPr lang="en-US" dirty="0"/>
              <a:t>Can we describe them?</a:t>
            </a:r>
          </a:p>
          <a:p>
            <a:pPr lvl="1"/>
            <a:r>
              <a:rPr lang="en-US" dirty="0"/>
              <a:t>Statistically – mean, median, std.,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Graphically – histogram, </a:t>
            </a:r>
            <a:r>
              <a:rPr lang="en-US" dirty="0" err="1"/>
              <a:t>pmf</a:t>
            </a:r>
            <a:r>
              <a:rPr lang="en-US" dirty="0"/>
              <a:t>, pdf, </a:t>
            </a:r>
            <a:r>
              <a:rPr lang="en-US" dirty="0" err="1"/>
              <a:t>cdf</a:t>
            </a:r>
            <a:r>
              <a:rPr lang="en-US" dirty="0"/>
              <a:t>. </a:t>
            </a:r>
          </a:p>
          <a:p>
            <a:r>
              <a:rPr lang="en-US" dirty="0"/>
              <a:t>Can we identify them?</a:t>
            </a:r>
          </a:p>
          <a:p>
            <a:pPr lvl="1"/>
            <a:r>
              <a:rPr lang="en-US" dirty="0"/>
              <a:t>Does empirical data match established pattern?</a:t>
            </a:r>
          </a:p>
          <a:p>
            <a:pPr lvl="1"/>
            <a:r>
              <a:rPr lang="en-US" dirty="0"/>
              <a:t>Visually – using charts or numerically – normality test.</a:t>
            </a:r>
          </a:p>
          <a:p>
            <a:pPr lvl="1"/>
            <a:r>
              <a:rPr lang="en-US" dirty="0"/>
              <a:t>Can we use our stats to generate analytical model? </a:t>
            </a:r>
          </a:p>
          <a:p>
            <a:r>
              <a:rPr lang="en-US" dirty="0"/>
              <a:t>Can we change them?</a:t>
            </a:r>
          </a:p>
          <a:p>
            <a:pPr lvl="1"/>
            <a:r>
              <a:rPr lang="en-US" dirty="0"/>
              <a:t>Apply transformation like log. </a:t>
            </a:r>
          </a:p>
          <a:p>
            <a:r>
              <a:rPr lang="en-US" dirty="0"/>
              <a:t>Use empirical to establish model – expected perf.</a:t>
            </a:r>
          </a:p>
        </p:txBody>
      </p:sp>
      <p:pic>
        <p:nvPicPr>
          <p:cNvPr id="3074" name="Picture 2" descr="Understanding Data Distributions: Examples and Applications">
            <a:extLst>
              <a:ext uri="{FF2B5EF4-FFF2-40B4-BE49-F238E27FC236}">
                <a16:creationId xmlns:a16="http://schemas.microsoft.com/office/drawing/2014/main" id="{9E41A695-D957-332B-D327-059A90D99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 bwMode="auto">
          <a:xfrm>
            <a:off x="6487205" y="0"/>
            <a:ext cx="570479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04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5D92-5291-B245-B7AC-076C06F9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between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5E76-8455-B646-9B24-CEEF2B74B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62044"/>
          </a:xfrm>
        </p:spPr>
        <p:txBody>
          <a:bodyPr/>
          <a:lstStyle/>
          <a:p>
            <a:r>
              <a:rPr lang="en-US" dirty="0"/>
              <a:t>Until now we have looked at the distribution of one value at a time.</a:t>
            </a:r>
          </a:p>
          <a:p>
            <a:pPr lvl="1"/>
            <a:r>
              <a:rPr lang="en-US" dirty="0"/>
              <a:t>Distribution shape.</a:t>
            </a:r>
          </a:p>
          <a:p>
            <a:pPr lvl="1"/>
            <a:r>
              <a:rPr lang="en-US" dirty="0"/>
              <a:t>Slicing variables into segments and comparing them or their effect size. </a:t>
            </a:r>
          </a:p>
          <a:p>
            <a:r>
              <a:rPr lang="en-US" dirty="0"/>
              <a:t>We can also look at the relationship between two variables:</a:t>
            </a:r>
          </a:p>
          <a:p>
            <a:pPr lvl="1"/>
            <a:r>
              <a:rPr lang="en-US" dirty="0"/>
              <a:t>Height and weight of people have some relationship – taller people are generally heavier, but there is wide variation. </a:t>
            </a:r>
          </a:p>
          <a:p>
            <a:r>
              <a:rPr lang="en-US" dirty="0"/>
              <a:t>Correlation is the relationship (or dependence) between two variables.</a:t>
            </a:r>
          </a:p>
          <a:p>
            <a:pPr lvl="1"/>
            <a:r>
              <a:rPr lang="en-US" dirty="0"/>
              <a:t>As one variable changes, it tells us something about the other variable.</a:t>
            </a:r>
          </a:p>
        </p:txBody>
      </p:sp>
    </p:spTree>
    <p:extLst>
      <p:ext uri="{BB962C8B-B14F-4D97-AF65-F5344CB8AC3E}">
        <p14:creationId xmlns:p14="http://schemas.microsoft.com/office/powerpoint/2010/main" val="272379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A02A-EDBE-E549-8FF8-DDCF9B26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Scatterplot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6C65F-7842-5244-8838-4AE0ABE9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015734"/>
            <a:ext cx="4203988" cy="4037747"/>
          </a:xfrm>
        </p:spPr>
        <p:txBody>
          <a:bodyPr>
            <a:normAutofit/>
          </a:bodyPr>
          <a:lstStyle/>
          <a:p>
            <a:r>
              <a:rPr lang="en-US" dirty="0"/>
              <a:t>Scatterplots are a simple tool for examining correlation graphically. </a:t>
            </a:r>
          </a:p>
          <a:p>
            <a:r>
              <a:rPr lang="en-US" dirty="0"/>
              <a:t>Book highlights some extensions:</a:t>
            </a:r>
          </a:p>
          <a:p>
            <a:pPr lvl="1"/>
            <a:r>
              <a:rPr lang="en-US" dirty="0"/>
              <a:t>Jitter – to make patterns more easily read.</a:t>
            </a:r>
          </a:p>
          <a:p>
            <a:pPr lvl="1"/>
            <a:r>
              <a:rPr lang="en-US" dirty="0" err="1"/>
              <a:t>Hexbin</a:t>
            </a:r>
            <a:r>
              <a:rPr lang="en-US" dirty="0"/>
              <a:t> – sort of a 2d histogram. </a:t>
            </a:r>
          </a:p>
          <a:p>
            <a:pPr lvl="1"/>
            <a:r>
              <a:rPr lang="en-US" dirty="0"/>
              <a:t>See this in code in a minute. </a:t>
            </a:r>
          </a:p>
          <a:p>
            <a:r>
              <a:rPr lang="en-US" dirty="0"/>
              <a:t>The more the data “forms a line” the higher the correlation is. </a:t>
            </a:r>
          </a:p>
        </p:txBody>
      </p:sp>
      <p:pic>
        <p:nvPicPr>
          <p:cNvPr id="10242" name="Picture 2" descr="How to Make a Scatter Plot in R with ggplot2 - Sharp Sight">
            <a:extLst>
              <a:ext uri="{FF2B5EF4-FFF2-40B4-BE49-F238E27FC236}">
                <a16:creationId xmlns:a16="http://schemas.microsoft.com/office/drawing/2014/main" id="{C9587F2C-3A73-164E-B619-EE616A040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1188" y="1853753"/>
            <a:ext cx="7518806" cy="45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740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FE4F-BFAA-B34C-AECC-8D7FDDBA3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How much does something change?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9E00B-C07F-734B-943E-B4C7F2440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84" y="2015734"/>
            <a:ext cx="6554879" cy="4037747"/>
          </a:xfrm>
        </p:spPr>
        <p:txBody>
          <a:bodyPr>
            <a:normAutofit/>
          </a:bodyPr>
          <a:lstStyle/>
          <a:p>
            <a:r>
              <a:rPr lang="en-US" dirty="0"/>
              <a:t>Recall – Variance is the average squared distance from the mean of a dataset.</a:t>
            </a:r>
          </a:p>
          <a:p>
            <a:r>
              <a:rPr lang="en-US" dirty="0"/>
              <a:t>Large variance = spread data. </a:t>
            </a:r>
          </a:p>
          <a:p>
            <a:r>
              <a:rPr lang="en-US" dirty="0"/>
              <a:t>Small variance = condensed data. </a:t>
            </a:r>
          </a:p>
          <a:p>
            <a:r>
              <a:rPr lang="en-US" dirty="0"/>
              <a:t>Note: The n-1 is for sample, population uses n. The rationale is that if there is only n=1 in the sample, there is not variance. You need at least 2 values to have 1 variance. </a:t>
            </a:r>
          </a:p>
        </p:txBody>
      </p:sp>
      <p:pic>
        <p:nvPicPr>
          <p:cNvPr id="2050" name="Picture 2" descr="Sample Variance: Simple Definition, How to Find it in Easy Steps -  Statistics How To">
            <a:extLst>
              <a:ext uri="{FF2B5EF4-FFF2-40B4-BE49-F238E27FC236}">
                <a16:creationId xmlns:a16="http://schemas.microsoft.com/office/drawing/2014/main" id="{1F6EDE4D-AB1B-B14D-B7EE-B9D65461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139" y="1817854"/>
            <a:ext cx="4539809" cy="15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F26235-31B8-C8D4-9F61-9E050A72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460" y="3385370"/>
            <a:ext cx="3605556" cy="266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502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00FC-EA00-EE4B-AB0E-81853B5C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EFC01-B939-414B-A110-BF5FCDEA9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45" y="2015734"/>
            <a:ext cx="5338089" cy="3450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Covariance is the average distance of the x-axis values times the y-axis value. </a:t>
            </a:r>
          </a:p>
          <a:p>
            <a:r>
              <a:rPr lang="en-US" dirty="0"/>
              <a:t>Can think of it as a 2 dimensional variance.</a:t>
            </a:r>
          </a:p>
          <a:p>
            <a:pPr lvl="1"/>
            <a:r>
              <a:rPr lang="en-US" dirty="0"/>
              <a:t>Distance from mean on X axis. </a:t>
            </a:r>
          </a:p>
          <a:p>
            <a:pPr lvl="1"/>
            <a:r>
              <a:rPr lang="en-US" dirty="0"/>
              <a:t>Distance from mean on Y axis. </a:t>
            </a:r>
          </a:p>
          <a:p>
            <a:r>
              <a:rPr lang="en-US" dirty="0"/>
              <a:t>If positive – as X goes up, Y goes up.</a:t>
            </a:r>
          </a:p>
          <a:p>
            <a:r>
              <a:rPr lang="en-US" dirty="0"/>
              <a:t>If negative – as X goes up, y goes down. </a:t>
            </a:r>
          </a:p>
          <a:p>
            <a:r>
              <a:rPr lang="en-US" dirty="0"/>
              <a:t>Larger number, stronger relationship. </a:t>
            </a:r>
          </a:p>
        </p:txBody>
      </p:sp>
      <p:pic>
        <p:nvPicPr>
          <p:cNvPr id="1032" name="Picture 8" descr="Covariance Formula For Population and Sample With Solved Example Questions">
            <a:extLst>
              <a:ext uri="{FF2B5EF4-FFF2-40B4-BE49-F238E27FC236}">
                <a16:creationId xmlns:a16="http://schemas.microsoft.com/office/drawing/2014/main" id="{4697FE88-8969-334D-9CB5-0A146F7507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4"/>
          <a:stretch/>
        </p:blipFill>
        <p:spPr bwMode="auto">
          <a:xfrm>
            <a:off x="6096000" y="2602376"/>
            <a:ext cx="6073069" cy="240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{\displaystyle q_{jk}={\frac {1}{N-1}}\sum _{i=1}^{N}\left(X_{ij}-{\bar {X}}_{j}\right)\left(X_{ik}-{\bar {X}}_{k}\right),}">
            <a:extLst>
              <a:ext uri="{FF2B5EF4-FFF2-40B4-BE49-F238E27FC236}">
                <a16:creationId xmlns:a16="http://schemas.microsoft.com/office/drawing/2014/main" id="{6F572B6F-BFFE-294F-AB67-43222AB935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4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532F-7F32-FFB3-13EE-AC2FDF34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E7FA-749B-5547-838F-FEF833D97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413268"/>
          </a:xfrm>
        </p:spPr>
        <p:txBody>
          <a:bodyPr/>
          <a:lstStyle/>
          <a:p>
            <a:r>
              <a:rPr lang="en-US" dirty="0"/>
              <a:t>The stronger the changes in X and Y are tied to each other, the higher the covariance. </a:t>
            </a:r>
          </a:p>
          <a:p>
            <a:pPr lvl="1"/>
            <a:r>
              <a:rPr lang="en-US" dirty="0"/>
              <a:t>I.e. measurement of how closely changes in one are reflected in the other. </a:t>
            </a:r>
          </a:p>
        </p:txBody>
      </p:sp>
      <p:pic>
        <p:nvPicPr>
          <p:cNvPr id="1026" name="Picture 2" descr="What is correlation and covariance in statistics? - Data Science, AI and ML  - Discussion Forum | Board Infinity">
            <a:extLst>
              <a:ext uri="{FF2B5EF4-FFF2-40B4-BE49-F238E27FC236}">
                <a16:creationId xmlns:a16="http://schemas.microsoft.com/office/drawing/2014/main" id="{8B356A93-DF1E-0129-A2BA-6FDB940D85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2330450" y="3429000"/>
            <a:ext cx="75311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777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638-8771-AB42-B5D7-C841FE71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Variance and 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65B4-54BB-D94E-8141-97B1725B1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11" y="2015734"/>
            <a:ext cx="5045723" cy="4146527"/>
          </a:xfrm>
        </p:spPr>
        <p:txBody>
          <a:bodyPr>
            <a:normAutofit/>
          </a:bodyPr>
          <a:lstStyle/>
          <a:p>
            <a:r>
              <a:rPr lang="en-US" dirty="0"/>
              <a:t>Variance of X: </a:t>
            </a:r>
          </a:p>
          <a:p>
            <a:pPr lvl="1"/>
            <a:r>
              <a:rPr lang="en-US" dirty="0"/>
              <a:t>Mean is 4.89</a:t>
            </a:r>
          </a:p>
          <a:p>
            <a:pPr lvl="1"/>
            <a:r>
              <a:rPr lang="en-US" dirty="0"/>
              <a:t>Sum the distance of each dot on the x-axis from 4.89. Divide by n-1</a:t>
            </a:r>
          </a:p>
          <a:p>
            <a:pPr lvl="1"/>
            <a:r>
              <a:rPr lang="en-US" dirty="0"/>
              <a:t>E.g. 1-4.89, 3-4.89, 2-4.89….</a:t>
            </a:r>
          </a:p>
          <a:p>
            <a:r>
              <a:rPr lang="en-US" dirty="0"/>
              <a:t>Variance of Y:</a:t>
            </a:r>
          </a:p>
          <a:p>
            <a:pPr lvl="1"/>
            <a:r>
              <a:rPr lang="en-US" dirty="0"/>
              <a:t>Mean is 5.44</a:t>
            </a:r>
          </a:p>
          <a:p>
            <a:pPr lvl="1"/>
            <a:r>
              <a:rPr lang="en-US" dirty="0"/>
              <a:t>Sum the distance of each dot on the y-axis from 5.44. Divide by n-1</a:t>
            </a:r>
          </a:p>
          <a:p>
            <a:pPr lvl="1"/>
            <a:r>
              <a:rPr lang="en-US" dirty="0"/>
              <a:t>E.g. 8-5.44, 6-5.44, 9-5.44…</a:t>
            </a:r>
          </a:p>
          <a:p>
            <a:endParaRPr lang="en-US" dirty="0"/>
          </a:p>
        </p:txBody>
      </p:sp>
      <p:pic>
        <p:nvPicPr>
          <p:cNvPr id="4098" name="Picture 2" descr="4 Ways to Calculate Covariance - wikiHow">
            <a:extLst>
              <a:ext uri="{FF2B5EF4-FFF2-40B4-BE49-F238E27FC236}">
                <a16:creationId xmlns:a16="http://schemas.microsoft.com/office/drawing/2014/main" id="{9E4DF7BA-34C6-E24E-B5FA-88DC1AE9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8252" y="1853754"/>
            <a:ext cx="6112151" cy="458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19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D996-4E8D-0543-B2B1-1ABFA254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E8028-12A4-664E-8C56-36774D8BA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49" y="2015734"/>
            <a:ext cx="4789186" cy="3450613"/>
          </a:xfrm>
        </p:spPr>
        <p:txBody>
          <a:bodyPr>
            <a:normAutofit/>
          </a:bodyPr>
          <a:lstStyle/>
          <a:p>
            <a:r>
              <a:rPr lang="en-US" dirty="0"/>
              <a:t>Multiply the x-distance and the y-distance for each point.</a:t>
            </a:r>
          </a:p>
          <a:p>
            <a:r>
              <a:rPr lang="en-US" dirty="0"/>
              <a:t>Sum those values and divide by n-1.</a:t>
            </a:r>
          </a:p>
          <a:p>
            <a:r>
              <a:rPr lang="en-US" sz="3200" dirty="0" err="1"/>
              <a:t>Cov</a:t>
            </a:r>
            <a:r>
              <a:rPr lang="en-US" sz="3200" dirty="0"/>
              <a:t> = -64.57/8 = -8.07 </a:t>
            </a:r>
          </a:p>
          <a:p>
            <a:endParaRPr lang="en-US" dirty="0"/>
          </a:p>
          <a:p>
            <a:r>
              <a:rPr lang="en-US" dirty="0"/>
              <a:t>Meaning – as X goes up, Y goes down. </a:t>
            </a:r>
          </a:p>
          <a:p>
            <a:endParaRPr lang="en-US" dirty="0"/>
          </a:p>
        </p:txBody>
      </p:sp>
      <p:pic>
        <p:nvPicPr>
          <p:cNvPr id="5122" name="Picture 2" descr="Image titled Calculate Covariance Step 8">
            <a:extLst>
              <a:ext uri="{FF2B5EF4-FFF2-40B4-BE49-F238E27FC236}">
                <a16:creationId xmlns:a16="http://schemas.microsoft.com/office/drawing/2014/main" id="{CCE2873C-B105-C040-B04B-A075C57A1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224" y="2015734"/>
            <a:ext cx="5912657" cy="443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804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F8B5-C7E1-3C4B-8CB1-E73BAACB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 to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41BB0-F1FD-8A4B-94B0-C35168E35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Covariance not directly used all that much:</a:t>
            </a:r>
          </a:p>
          <a:p>
            <a:pPr lvl="1"/>
            <a:r>
              <a:rPr lang="en-US" dirty="0"/>
              <a:t>The units are wonky – e.g. height vs weight is “pound-inches”.</a:t>
            </a:r>
          </a:p>
          <a:p>
            <a:pPr lvl="1"/>
            <a:r>
              <a:rPr lang="en-US" dirty="0"/>
              <a:t>Actual value dependent on original raw values. </a:t>
            </a:r>
          </a:p>
          <a:p>
            <a:pPr lvl="1"/>
            <a:r>
              <a:rPr lang="en-US" dirty="0"/>
              <a:t>Similar issues with variance compared to standard deviation. </a:t>
            </a:r>
          </a:p>
          <a:p>
            <a:r>
              <a:rPr lang="en-US" dirty="0"/>
              <a:t>Correlation is more widely used:</a:t>
            </a:r>
          </a:p>
          <a:p>
            <a:pPr lvl="1"/>
            <a:r>
              <a:rPr lang="en-US" dirty="0"/>
              <a:t>Measure strength or the relationship -1 to +1. </a:t>
            </a:r>
          </a:p>
          <a:p>
            <a:pPr lvl="1"/>
            <a:r>
              <a:rPr lang="en-US" dirty="0"/>
              <a:t>-1 or +1 indicate perfect correlation – for an increase in X, you can determine the change in Y.</a:t>
            </a:r>
          </a:p>
          <a:p>
            <a:pPr lvl="1"/>
            <a:r>
              <a:rPr lang="en-US" dirty="0"/>
              <a:t>Most values fall somewhere in between, 0 is no correlation, + is positive, - is negative. </a:t>
            </a:r>
          </a:p>
          <a:p>
            <a:r>
              <a:rPr lang="en-US" dirty="0"/>
              <a:t>Correlation is a measure of how closely tied changes in X are mirrored in Y.</a:t>
            </a:r>
          </a:p>
          <a:p>
            <a:r>
              <a:rPr lang="en-US" dirty="0"/>
              <a:t>Note: Perfect correlation doesn’t imply 1 to 1, the ratio can vary. </a:t>
            </a:r>
          </a:p>
        </p:txBody>
      </p:sp>
    </p:spTree>
    <p:extLst>
      <p:ext uri="{BB962C8B-B14F-4D97-AF65-F5344CB8AC3E}">
        <p14:creationId xmlns:p14="http://schemas.microsoft.com/office/powerpoint/2010/main" val="826500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2D62-64A3-47C3-447D-6D221A82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088A1-2FA6-9045-1264-257A9823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9" y="2015732"/>
            <a:ext cx="3617291" cy="3450613"/>
          </a:xfrm>
        </p:spPr>
        <p:txBody>
          <a:bodyPr/>
          <a:lstStyle/>
          <a:p>
            <a:r>
              <a:rPr lang="en-US" dirty="0"/>
              <a:t>Correlation is more common. </a:t>
            </a:r>
          </a:p>
          <a:p>
            <a:r>
              <a:rPr lang="en-US" dirty="0"/>
              <a:t>Measures the same concept:</a:t>
            </a:r>
          </a:p>
          <a:p>
            <a:pPr lvl="1"/>
            <a:r>
              <a:rPr lang="en-US" dirty="0"/>
              <a:t>A X changes, how does Y? </a:t>
            </a:r>
          </a:p>
        </p:txBody>
      </p:sp>
      <p:pic>
        <p:nvPicPr>
          <p:cNvPr id="2050" name="Picture 2" descr="What is correlation and covariance in statistics? - Data Science, AI and ML  - Discussion Forum | Board Infinity">
            <a:extLst>
              <a:ext uri="{FF2B5EF4-FFF2-40B4-BE49-F238E27FC236}">
                <a16:creationId xmlns:a16="http://schemas.microsoft.com/office/drawing/2014/main" id="{D9A73697-0F8B-0B27-9DEE-FBDA7C173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0" y="871881"/>
            <a:ext cx="75311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663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F086-0EF1-0145-8138-5C4FC301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C2980-E3A8-014E-9DF6-42791D863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82278"/>
            <a:ext cx="9603275" cy="3450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a </a:t>
            </a:r>
            <a:r>
              <a:rPr lang="en-US" dirty="0" err="1"/>
              <a:t>fewdifferent</a:t>
            </a:r>
            <a:r>
              <a:rPr lang="en-US" dirty="0"/>
              <a:t> ways to measure correlation. </a:t>
            </a:r>
          </a:p>
          <a:p>
            <a:pPr lvl="1"/>
            <a:r>
              <a:rPr lang="en-US" dirty="0"/>
              <a:t>Pearson – the standard way (from the book). </a:t>
            </a:r>
          </a:p>
          <a:p>
            <a:pPr lvl="1"/>
            <a:r>
              <a:rPr lang="en-US" dirty="0"/>
              <a:t>Spearman – uses rank instead of values. </a:t>
            </a:r>
          </a:p>
          <a:p>
            <a:pPr lvl="1"/>
            <a:r>
              <a:rPr lang="en-US" dirty="0"/>
              <a:t>Pandas and </a:t>
            </a:r>
            <a:r>
              <a:rPr lang="en-US" dirty="0" err="1"/>
              <a:t>scipy</a:t>
            </a:r>
            <a:r>
              <a:rPr lang="en-US" dirty="0"/>
              <a:t> have correlation calculations. </a:t>
            </a:r>
          </a:p>
          <a:p>
            <a:r>
              <a:rPr lang="en-US" dirty="0"/>
              <a:t>Divide covariance by the product of the X and Y standard deviation. </a:t>
            </a:r>
          </a:p>
          <a:p>
            <a:r>
              <a:rPr lang="en-US" dirty="0"/>
              <a:t>Normalizes so all values are -1 to +1.</a:t>
            </a:r>
          </a:p>
          <a:p>
            <a:r>
              <a:rPr lang="en-US" dirty="0"/>
              <a:t>Removes units. </a:t>
            </a:r>
          </a:p>
          <a:p>
            <a:r>
              <a:rPr lang="en-US" dirty="0"/>
              <a:t>Easier to understand with an image…</a:t>
            </a:r>
          </a:p>
        </p:txBody>
      </p:sp>
    </p:spTree>
    <p:extLst>
      <p:ext uri="{BB962C8B-B14F-4D97-AF65-F5344CB8AC3E}">
        <p14:creationId xmlns:p14="http://schemas.microsoft.com/office/powerpoint/2010/main" val="18025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00D8-3C32-8A42-A87C-341438FB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E66F-7974-BD45-AC1A-98E941CD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0A2A279-3ABE-DB4E-A825-769891B7B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525"/>
            <a:ext cx="12192000" cy="556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991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01DE-2A42-A42D-6810-401A851F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EB4B-291A-49F2-0319-CD2D01A4C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A6DF99-221B-009E-DAE2-630304D42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68" y="0"/>
            <a:ext cx="10144664" cy="684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81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5FA9-206D-FF4A-A210-53C278A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Non-Linear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47E4B-FA13-9C40-B986-484A5E0F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4" y="2015734"/>
            <a:ext cx="4634018" cy="4037747"/>
          </a:xfrm>
        </p:spPr>
        <p:txBody>
          <a:bodyPr>
            <a:normAutofit/>
          </a:bodyPr>
          <a:lstStyle/>
          <a:p>
            <a:r>
              <a:rPr lang="en-US" dirty="0"/>
              <a:t>Correlation calculations are more reliable with linear relationships. </a:t>
            </a:r>
          </a:p>
          <a:p>
            <a:pPr lvl="1"/>
            <a:r>
              <a:rPr lang="en-US" dirty="0"/>
              <a:t>The Pearson correlation is a linear relationship. Modeling a curve with a line loses some information. </a:t>
            </a:r>
          </a:p>
          <a:p>
            <a:r>
              <a:rPr lang="en-US" dirty="0"/>
              <a:t>Tools to deal:</a:t>
            </a:r>
          </a:p>
          <a:p>
            <a:pPr lvl="1"/>
            <a:r>
              <a:rPr lang="en-US" dirty="0"/>
              <a:t>Transformations.</a:t>
            </a:r>
          </a:p>
          <a:p>
            <a:pPr lvl="1"/>
            <a:r>
              <a:rPr lang="en-US" dirty="0"/>
              <a:t>Different metric for correlation. </a:t>
            </a:r>
          </a:p>
          <a:p>
            <a:pPr lvl="1"/>
            <a:r>
              <a:rPr lang="en-US" dirty="0"/>
              <a:t>Complex non-linear correlations – packages with estimation algorithms. </a:t>
            </a:r>
          </a:p>
        </p:txBody>
      </p:sp>
      <p:pic>
        <p:nvPicPr>
          <p:cNvPr id="9218" name="Picture 2" descr="Exponential Linear Regression | Real Statistics Using Excel">
            <a:extLst>
              <a:ext uri="{FF2B5EF4-FFF2-40B4-BE49-F238E27FC236}">
                <a16:creationId xmlns:a16="http://schemas.microsoft.com/office/drawing/2014/main" id="{5C0B934E-557E-3B41-84F6-F9A51AD2F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0281" y="2582562"/>
            <a:ext cx="7561482" cy="236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404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669C-A7D8-334D-B2A4-465ACFD4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Spearman’s Rank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4456-E9F7-9D4F-9916-1C2BB0E39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41" y="1853754"/>
            <a:ext cx="5935723" cy="4199727"/>
          </a:xfrm>
        </p:spPr>
        <p:txBody>
          <a:bodyPr>
            <a:normAutofit/>
          </a:bodyPr>
          <a:lstStyle/>
          <a:p>
            <a:r>
              <a:rPr lang="en-US" dirty="0"/>
              <a:t>Calculates the covariance of the ranks instead of raw values.</a:t>
            </a:r>
          </a:p>
          <a:p>
            <a:r>
              <a:rPr lang="en-US" dirty="0"/>
              <a:t>Similar (in spirit) to how median looks at average compared to mean.</a:t>
            </a:r>
          </a:p>
          <a:p>
            <a:r>
              <a:rPr lang="en-US" dirty="0"/>
              <a:t>E.g. the pictured point is ranked 5 in X (the 5th smallest right), and 7</a:t>
            </a:r>
            <a:r>
              <a:rPr lang="en-US" baseline="30000" dirty="0"/>
              <a:t>th</a:t>
            </a:r>
            <a:r>
              <a:rPr lang="en-US" dirty="0"/>
              <a:t> in Y (the 7</a:t>
            </a:r>
            <a:r>
              <a:rPr lang="en-US" baseline="30000" dirty="0"/>
              <a:t>th</a:t>
            </a:r>
            <a:r>
              <a:rPr lang="en-US" dirty="0"/>
              <a:t> lowest height).</a:t>
            </a:r>
          </a:p>
          <a:p>
            <a:r>
              <a:rPr lang="en-US" dirty="0"/>
              <a:t>More robust with relationships that are not linear, or have outliers. </a:t>
            </a:r>
          </a:p>
          <a:p>
            <a:r>
              <a:rPr lang="en-US" dirty="0"/>
              <a:t>Equivalent to median vs mean.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087A6-88D7-6148-BBAC-AAFEA6B0B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04" y="1935415"/>
            <a:ext cx="6019749" cy="45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27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FFFA-D3D5-B047-83B1-E2218433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7B097-B784-3442-A789-679D908C8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Dashboard Week 2 - Olympic Weightlifting - The Data School Australia">
            <a:extLst>
              <a:ext uri="{FF2B5EF4-FFF2-40B4-BE49-F238E27FC236}">
                <a16:creationId xmlns:a16="http://schemas.microsoft.com/office/drawing/2014/main" id="{2A943964-5742-C445-9085-88AFA7B0D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2" name="Picture 4" descr="Dashboard Week 2 - Olympic Weightlifting - The Data School Australia">
            <a:extLst>
              <a:ext uri="{FF2B5EF4-FFF2-40B4-BE49-F238E27FC236}">
                <a16:creationId xmlns:a16="http://schemas.microsoft.com/office/drawing/2014/main" id="{BA79C8EF-CE93-FD43-B8E0-A7D44712C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947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89DBA-14ED-DE46-9324-C4368357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Correlation vs Causation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EE15A-ABE3-784F-9CF1-04924EE16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87" y="2015733"/>
            <a:ext cx="5089118" cy="403774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Just because something shows a correlation, even a strong one, doesn’t mean that one thing is causing another.</a:t>
            </a:r>
          </a:p>
          <a:p>
            <a:r>
              <a:rPr lang="en-US" dirty="0"/>
              <a:t>Correlation may be due to one thing causing another, shared root causes, or just random coincidence. </a:t>
            </a:r>
          </a:p>
          <a:p>
            <a:r>
              <a:rPr lang="en-US" dirty="0"/>
              <a:t>Note: chart may be a bad example, as using IE may make you homicidal.  </a:t>
            </a:r>
          </a:p>
          <a:p>
            <a:r>
              <a:rPr lang="en-US" dirty="0"/>
              <a:t>Plot internet usage vs anything that changed over the 2005 to 2015 time periods. </a:t>
            </a:r>
          </a:p>
        </p:txBody>
      </p:sp>
      <p:pic>
        <p:nvPicPr>
          <p:cNvPr id="8194" name="Picture 2" descr="Correlation versus causation in a single graph&amp;quot; - Chris Blattman">
            <a:extLst>
              <a:ext uri="{FF2B5EF4-FFF2-40B4-BE49-F238E27FC236}">
                <a16:creationId xmlns:a16="http://schemas.microsoft.com/office/drawing/2014/main" id="{B0BF3E79-66A9-534B-BE35-7017FB476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0189" y="1703693"/>
            <a:ext cx="5881529" cy="472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972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19A6-4D8F-0F46-BBF2-952825C0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Correlation from Causation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54D21-0C29-CB4B-A318-D420983E2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easily calculate correlation – it’s just math; we need evidence to show causation. </a:t>
            </a:r>
          </a:p>
          <a:p>
            <a:r>
              <a:rPr lang="en-US" dirty="0"/>
              <a:t>Which happens first? Do things only occur in that order?</a:t>
            </a:r>
          </a:p>
          <a:p>
            <a:pPr lvl="1"/>
            <a:r>
              <a:rPr lang="en-US" dirty="0"/>
              <a:t>Pregnancies and newborns are correlated, one always happens first.</a:t>
            </a:r>
          </a:p>
          <a:p>
            <a:r>
              <a:rPr lang="en-US" dirty="0"/>
              <a:t>Controlled trial or experiment:</a:t>
            </a:r>
          </a:p>
          <a:p>
            <a:pPr lvl="1"/>
            <a:r>
              <a:rPr lang="en-US" dirty="0"/>
              <a:t>Clinical trials – change one variable (add a drug), watch outcomes (e.g. mortality).</a:t>
            </a:r>
          </a:p>
          <a:p>
            <a:pPr lvl="1"/>
            <a:r>
              <a:rPr lang="en-US" dirty="0"/>
              <a:t>Natural experiments – look for groups that have a difference. E.g. public smoking bans. </a:t>
            </a:r>
          </a:p>
          <a:p>
            <a:pPr lvl="2"/>
            <a:r>
              <a:rPr lang="en-US" dirty="0"/>
              <a:t>Less likely to give clean data due to infinite number of differences. </a:t>
            </a:r>
          </a:p>
          <a:p>
            <a:r>
              <a:rPr lang="en-US" dirty="0"/>
              <a:t>Domain knowledge and analytical sense – there isn’t causation until we know there is. </a:t>
            </a:r>
          </a:p>
        </p:txBody>
      </p:sp>
    </p:spTree>
    <p:extLst>
      <p:ext uri="{BB962C8B-B14F-4D97-AF65-F5344CB8AC3E}">
        <p14:creationId xmlns:p14="http://schemas.microsoft.com/office/powerpoint/2010/main" val="3571588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92875-0481-EED0-5D0A-0226FDA1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414A9-8409-4A12-02D5-297FFAFC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Demonstrating and calculating correlation is pretty easy in practice. </a:t>
            </a:r>
          </a:p>
          <a:p>
            <a:pPr lvl="1"/>
            <a:r>
              <a:rPr lang="en-US" dirty="0"/>
              <a:t>Most frequently just identify correlation visually in exploration. </a:t>
            </a:r>
          </a:p>
          <a:p>
            <a:pPr lvl="1"/>
            <a:r>
              <a:rPr lang="en-US" dirty="0" err="1"/>
              <a:t>Thinkstats</a:t>
            </a:r>
            <a:r>
              <a:rPr lang="en-US" dirty="0"/>
              <a:t> has functions to calculate values. </a:t>
            </a:r>
          </a:p>
          <a:p>
            <a:r>
              <a:rPr lang="en-US" dirty="0"/>
              <a:t>Sneak peek – why do we care about correlation in ML:</a:t>
            </a:r>
          </a:p>
          <a:p>
            <a:pPr lvl="1"/>
            <a:r>
              <a:rPr lang="en-US" dirty="0"/>
              <a:t>We generally want features to be correlated with the target. (Feature tells us about target).</a:t>
            </a:r>
          </a:p>
          <a:p>
            <a:pPr lvl="1"/>
            <a:r>
              <a:rPr lang="en-US" dirty="0"/>
              <a:t>We generally want to avoid features that are highly correlated with each other. </a:t>
            </a:r>
          </a:p>
          <a:p>
            <a:pPr lvl="2"/>
            <a:r>
              <a:rPr lang="en-US" dirty="0"/>
              <a:t>If two things have a correlation of 1, that means they “give” the model the same info. </a:t>
            </a:r>
          </a:p>
          <a:p>
            <a:pPr lvl="1"/>
            <a:r>
              <a:rPr lang="en-US" dirty="0"/>
              <a:t>If two things are correlated, knowing X tells us an expectation for Y. </a:t>
            </a:r>
          </a:p>
          <a:p>
            <a:r>
              <a:rPr lang="en-US" dirty="0"/>
              <a:t>In ML we usually use R-squared – the correlation squared. </a:t>
            </a:r>
          </a:p>
          <a:p>
            <a:pPr lvl="1"/>
            <a:r>
              <a:rPr lang="en-US" dirty="0"/>
              <a:t>Same concept, 0 to 1 scale, roughly “percent of variance explained”. </a:t>
            </a:r>
          </a:p>
        </p:txBody>
      </p:sp>
    </p:spTree>
    <p:extLst>
      <p:ext uri="{BB962C8B-B14F-4D97-AF65-F5344CB8AC3E}">
        <p14:creationId xmlns:p14="http://schemas.microsoft.com/office/powerpoint/2010/main" val="1704450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593D0D1F-C0CE-416A-883C-BF1E03F63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4BB6862-3393-46CC-9A80-E400B3206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2F1CA-3341-F04C-BD28-8A95E26D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92" y="103370"/>
            <a:ext cx="3667788" cy="21912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dirty="0"/>
              <a:t>Data Exploration – Seaborn </a:t>
            </a:r>
            <a:r>
              <a:rPr lang="en-US" sz="3000" dirty="0" err="1"/>
              <a:t>Pairplot</a:t>
            </a:r>
            <a:endParaRPr lang="en-US" sz="3000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CD36A4A-123D-46E3-8A64-13B8B3F0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8" y="482170"/>
            <a:ext cx="7560115" cy="5149101"/>
            <a:chOff x="7463258" y="583365"/>
            <a:chExt cx="7560115" cy="5181928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12E2361-DAF1-4420-BBBD-218F4138E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D6F994B-14BC-49BA-B34D-17DF3069A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266" name="Picture 2" descr="Seaborn pairplot example - Python Tutorial">
            <a:extLst>
              <a:ext uri="{FF2B5EF4-FFF2-40B4-BE49-F238E27FC236}">
                <a16:creationId xmlns:a16="http://schemas.microsoft.com/office/drawing/2014/main" id="{AFDDDAC5-6FC8-E146-AF86-DA5E01270F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01299" y="811443"/>
            <a:ext cx="6928279" cy="446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5EC7096-D0A6-471D-AE28-B68D7038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E98EB88-99B6-483D-B203-0D5D63100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A968C6-74CF-27F5-C046-B701A81D2C0A}"/>
              </a:ext>
            </a:extLst>
          </p:cNvPr>
          <p:cNvSpPr txBox="1"/>
          <p:nvPr/>
        </p:nvSpPr>
        <p:spPr>
          <a:xfrm>
            <a:off x="143440" y="2208362"/>
            <a:ext cx="35400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learn a lot with one graph: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Histogram distributions.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PDF distributions.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Scatterplot for correlations.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“Slice” data by other variable. </a:t>
            </a:r>
          </a:p>
        </p:txBody>
      </p:sp>
    </p:spTree>
    <p:extLst>
      <p:ext uri="{BB962C8B-B14F-4D97-AF65-F5344CB8AC3E}">
        <p14:creationId xmlns:p14="http://schemas.microsoft.com/office/powerpoint/2010/main" val="366741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18BF-8B9E-C646-A7E6-78B50DA0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EB8D-DF59-8446-86D0-0E56D4BCF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seaborn.pairplot — seaborn 0.11.2 documentation">
            <a:extLst>
              <a:ext uri="{FF2B5EF4-FFF2-40B4-BE49-F238E27FC236}">
                <a16:creationId xmlns:a16="http://schemas.microsoft.com/office/drawing/2014/main" id="{05DE4107-BC8E-8741-AC7C-369521F54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0"/>
            <a:ext cx="7761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6924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15872</TotalTime>
  <Words>1586</Words>
  <Application>Microsoft Macintosh PowerPoint</Application>
  <PresentationFormat>Widescreen</PresentationFormat>
  <Paragraphs>158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Gill Sans MT</vt:lpstr>
      <vt:lpstr>Gallery</vt:lpstr>
      <vt:lpstr>Housekeeping</vt:lpstr>
      <vt:lpstr>Using Distributions – in Reality</vt:lpstr>
      <vt:lpstr>Course Evals</vt:lpstr>
      <vt:lpstr>PowerPoint Presentation</vt:lpstr>
      <vt:lpstr>PowerPoint Presentation</vt:lpstr>
      <vt:lpstr>Correlation</vt:lpstr>
      <vt:lpstr>Distributions of data</vt:lpstr>
      <vt:lpstr>Relationships between Variables</vt:lpstr>
      <vt:lpstr>Scatterplot</vt:lpstr>
      <vt:lpstr>How much does something change? Variance</vt:lpstr>
      <vt:lpstr>Covariance</vt:lpstr>
      <vt:lpstr>Covariance</vt:lpstr>
      <vt:lpstr>Variance and Covariance</vt:lpstr>
      <vt:lpstr>Covariance</vt:lpstr>
      <vt:lpstr>Covariance to Correlation</vt:lpstr>
      <vt:lpstr>Correlation</vt:lpstr>
      <vt:lpstr>Pearson Correlation</vt:lpstr>
      <vt:lpstr>PowerPoint Presentation</vt:lpstr>
      <vt:lpstr>PowerPoint Presentation</vt:lpstr>
      <vt:lpstr>Non-Linear Relationships</vt:lpstr>
      <vt:lpstr>Spearman’s Rank Correlation</vt:lpstr>
      <vt:lpstr>PowerPoint Presentation</vt:lpstr>
      <vt:lpstr>Correlation vs Causation</vt:lpstr>
      <vt:lpstr>Separating Correlation from Causation</vt:lpstr>
      <vt:lpstr>Correlation in Code</vt:lpstr>
      <vt:lpstr>Data Exploration – Seaborn Pairplot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</dc:title>
  <dc:creator>Akeem Semper</dc:creator>
  <cp:lastModifiedBy>Akeem Semper</cp:lastModifiedBy>
  <cp:revision>47</cp:revision>
  <dcterms:created xsi:type="dcterms:W3CDTF">2021-10-05T19:27:43Z</dcterms:created>
  <dcterms:modified xsi:type="dcterms:W3CDTF">2025-10-06T16:23:44Z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2025-10-03T15:58:43Z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3ba21c3d-212f-4517-bef6-2d14d959704f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